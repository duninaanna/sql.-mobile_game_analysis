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2"/>
  </p:notesMasterIdLst>
  <p:handoutMasterIdLst>
    <p:handoutMasterId r:id="rId23"/>
  </p:handoutMasterIdLst>
  <p:sldIdLst>
    <p:sldId id="312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333" r:id="rId17"/>
    <p:sldId id="334" r:id="rId18"/>
    <p:sldId id="335" r:id="rId19"/>
    <p:sldId id="337" r:id="rId20"/>
    <p:sldId id="297" r:id="rId21"/>
  </p:sldIdLst>
  <p:sldSz cx="12192000" cy="6858000"/>
  <p:notesSz cx="13716000" cy="2438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нна Дунина" initials="АД" lastIdx="1" clrIdx="0">
    <p:extLst>
      <p:ext uri="{19B8F6BF-5375-455C-9EA6-DF929625EA0E}">
        <p15:presenceInfo xmlns:p15="http://schemas.microsoft.com/office/powerpoint/2012/main" userId="e11a5173249edbd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C4E9"/>
    <a:srgbClr val="202C8F"/>
    <a:srgbClr val="FDFBF6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5388" autoAdjust="0"/>
  </p:normalViewPr>
  <p:slideViewPr>
    <p:cSldViewPr snapToGrid="0" snapToObjects="1">
      <p:cViewPr varScale="1">
        <p:scale>
          <a:sx n="72" d="100"/>
          <a:sy n="72" d="100"/>
        </p:scale>
        <p:origin x="654" y="7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338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query_result_2025-11-27T17_15_24.088667Z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&#1057;&#1082;&#1072;&#1081;&#1055;&#1056;&#1054;%20&#1054;&#1041;&#1059;&#1063;&#1045;&#1053;&#1048;&#1045;\SQL\&#1050;&#1091;&#1088;&#1089;&#1086;&#1074;&#1072;&#1103;%20&#1086;&#1089;&#1085;&#1086;&#1074;&#1072;\&#1050;&#1086;&#1083;&#1080;&#1095;&#1077;&#1089;&#1090;&#1074;&#1086;%20&#1080;%20&#1076;&#1086;&#1083;&#1103;%20&#1080;&#1075;&#1088;&#1086;&#1074;&#1099;&#1093;%20&#1089;&#1077;&#1089;&#1089;&#1080;&#1081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&#1057;&#1082;&#1072;&#1081;&#1055;&#1056;&#1054;%20&#1054;&#1041;&#1059;&#1063;&#1045;&#1053;&#1048;&#1045;\SQL\&#1050;&#1091;&#1088;&#1089;&#1086;&#1074;&#1072;&#1103;%20&#1086;&#1089;&#1085;&#1086;&#1074;&#1072;\&#1044;&#1080;&#1085;&#1072;&#1084;&#1080;&#1082;&#1072;%20&#1089;&#1088;&#1077;&#1076;&#1085;&#1077;&#1081;%20&#1076;&#1083;&#1080;&#1090;&#1077;&#1083;&#1100;&#1085;&#1086;&#1089;&#1090;&#1080;%20&#1089;&#1077;&#1089;&#1089;&#1080;&#1081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&#1057;&#1082;&#1072;&#1081;&#1055;&#1056;&#1054;%20&#1054;&#1041;&#1059;&#1063;&#1045;&#1053;&#1048;&#1045;\SQL\&#1050;&#1091;&#1088;&#1089;&#1086;&#1074;&#1072;&#1103;%20&#1086;&#1089;&#1085;&#1086;&#1074;&#1072;\&#1044;&#1080;&#1085;&#1072;&#1084;&#1080;&#1082;&#1072;%20&#1076;&#1086;&#1083;&#1080;%20&#171;&#1076;&#1083;&#1080;&#1085;&#1085;&#1099;&#1093;&#187;%20&#1089;&#1077;&#1089;&#1089;&#1080;&#1081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query_result_2025-11-27T20_35_19.335474Z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&#1057;&#1082;&#1072;&#1081;&#1055;&#1056;&#1054;%20&#1054;&#1041;&#1059;&#1063;&#1045;&#1053;&#1048;&#1045;\SQL\&#1050;&#1091;&#1088;&#1089;&#1086;&#1074;&#1072;&#1103;%20&#1086;&#1089;&#1085;&#1086;&#1074;&#1072;\&#1044;&#1047;_&#1044;&#1080;&#1085;&#1072;&#1084;&#1080;&#1082;&#1072;%20MAU_WAU_DAU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&#1057;&#1082;&#1072;&#1081;&#1055;&#1056;&#1054;%20&#1054;&#1041;&#1059;&#1063;&#1045;&#1053;&#1048;&#1045;\SQL\&#1050;&#1091;&#1088;&#1089;&#1086;&#1074;&#1072;&#1103;%20&#1086;&#1089;&#1085;&#1086;&#1074;&#1072;\&#1044;&#1047;_&#1044;&#1080;&#1085;&#1072;&#1084;&#1080;&#1082;&#1072;%20MAU_WAU_DAU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query_result_2025-12-06T10_56_31.87901Z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query_result_2025-12-06T10_56_31.87901Z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query_result_2025-12-06T17_24_20.184057Z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query_result_2025-12-06T17_38_53.419067Z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query_result_2025-12-06T17_38_53.419067Z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query_result_2025-12-06T17_38_53.419067Z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query_result_2025-12-06T20_20_37.559456Z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query_result_2025-12-06T20_25_14.557732Z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query_result_2025-12-06T20_31_00.493247Z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query_result_2025-12-06T20_31_00.493247Z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800" b="0" i="0">
                <a:solidFill>
                  <a:schemeClr val="tx1"/>
                </a:solidFill>
              </a:rPr>
              <a:t>Динамика пользовательской базы</a:t>
            </a:r>
          </a:p>
        </c:rich>
      </c:tx>
      <c:layout>
        <c:manualLayout>
          <c:xMode val="edge"/>
          <c:yMode val="edge"/>
          <c:x val="0.3247608436569191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Количество игроков</c:v>
                </c:pt>
              </c:strCache>
            </c:strRef>
          </c:tx>
          <c:spPr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chemeClr val="accent1">
                  <a:lumMod val="90000"/>
                </a:schemeClr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87E-4451-9B46-456E75AEAAA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trendline>
            <c:spPr>
              <a:ln w="25400" cap="rnd" cmpd="sng">
                <a:solidFill>
                  <a:schemeClr val="accent6">
                    <a:lumMod val="75000"/>
                  </a:schemeClr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cat>
            <c:numRef>
              <c:f>'Результат запроса'!$A$2:$A$10</c:f>
              <c:numCache>
                <c:formatCode>dd/mm/yy;@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запроса'!$B$2:$B$10</c:f>
              <c:numCache>
                <c:formatCode>General</c:formatCode>
                <c:ptCount val="9"/>
                <c:pt idx="0">
                  <c:v>259</c:v>
                </c:pt>
                <c:pt idx="1">
                  <c:v>235</c:v>
                </c:pt>
                <c:pt idx="2">
                  <c:v>257</c:v>
                </c:pt>
                <c:pt idx="3">
                  <c:v>263</c:v>
                </c:pt>
                <c:pt idx="4">
                  <c:v>255</c:v>
                </c:pt>
                <c:pt idx="5">
                  <c:v>255</c:v>
                </c:pt>
                <c:pt idx="6">
                  <c:v>415</c:v>
                </c:pt>
                <c:pt idx="7">
                  <c:v>458</c:v>
                </c:pt>
                <c:pt idx="8">
                  <c:v>681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87E-4451-9B46-456E75AEAA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86222320"/>
        <c:axId val="2086222736"/>
      </c:barChart>
      <c:dateAx>
        <c:axId val="20862223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400">
                    <a:solidFill>
                      <a:schemeClr val="tx1"/>
                    </a:solidFill>
                  </a:rPr>
                  <a:t>Месяц регистрации</a:t>
                </a:r>
              </a:p>
            </c:rich>
          </c:tx>
          <c:layout>
            <c:manualLayout>
              <c:xMode val="edge"/>
              <c:yMode val="edge"/>
              <c:x val="0.4476211716822977"/>
              <c:y val="0.9555113752555063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dd/mm/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86222736"/>
        <c:crosses val="autoZero"/>
        <c:auto val="1"/>
        <c:lblOffset val="100"/>
        <c:baseTimeUnit val="months"/>
      </c:dateAx>
      <c:valAx>
        <c:axId val="2086222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400">
                    <a:solidFill>
                      <a:schemeClr val="tx1"/>
                    </a:solidFill>
                  </a:rPr>
                  <a:t>Количесвто игроков</a:t>
                </a:r>
              </a:p>
            </c:rich>
          </c:tx>
          <c:layout>
            <c:manualLayout>
              <c:xMode val="edge"/>
              <c:yMode val="edge"/>
              <c:x val="6.8648529905245568E-3"/>
              <c:y val="0.3415470787661591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86222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00" dirty="0"/>
              <a:t>Динамика</a:t>
            </a:r>
            <a:r>
              <a:rPr lang="ru-RU" sz="1800" baseline="0" dirty="0"/>
              <a:t> к</a:t>
            </a:r>
            <a:r>
              <a:rPr lang="ru-RU" sz="1800" dirty="0"/>
              <a:t>оличества</a:t>
            </a:r>
            <a:r>
              <a:rPr lang="ru-RU" sz="1800" baseline="0" dirty="0"/>
              <a:t> и доли игровых сессий</a:t>
            </a:r>
            <a:endParaRPr lang="ru-RU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Кол-во всего</c:v>
                </c:pt>
              </c:strCache>
            </c:strRef>
          </c:tx>
          <c:spPr>
            <a:ln w="38100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1203</c:v>
                </c:pt>
                <c:pt idx="1">
                  <c:v>2209</c:v>
                </c:pt>
                <c:pt idx="2">
                  <c:v>2233</c:v>
                </c:pt>
                <c:pt idx="3">
                  <c:v>2332</c:v>
                </c:pt>
                <c:pt idx="4">
                  <c:v>1688</c:v>
                </c:pt>
                <c:pt idx="5">
                  <c:v>935</c:v>
                </c:pt>
                <c:pt idx="6">
                  <c:v>2426</c:v>
                </c:pt>
                <c:pt idx="7">
                  <c:v>3383</c:v>
                </c:pt>
                <c:pt idx="8">
                  <c:v>5779</c:v>
                </c:pt>
                <c:pt idx="9">
                  <c:v>4973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DA-4C71-8EFD-8BD327C4B13D}"/>
            </c:ext>
          </c:extLst>
        </c:ser>
        <c:ser>
          <c:idx val="1"/>
          <c:order val="1"/>
          <c:tx>
            <c:strRef>
              <c:f>'Результат запроса'!$C$1</c:f>
              <c:strCache>
                <c:ptCount val="1"/>
                <c:pt idx="0">
                  <c:v>Кол-во больше 5 минут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запроса'!$C$2:$C$11</c:f>
              <c:numCache>
                <c:formatCode>General</c:formatCode>
                <c:ptCount val="10"/>
                <c:pt idx="0">
                  <c:v>919</c:v>
                </c:pt>
                <c:pt idx="1">
                  <c:v>1707</c:v>
                </c:pt>
                <c:pt idx="2">
                  <c:v>1715</c:v>
                </c:pt>
                <c:pt idx="3">
                  <c:v>1809</c:v>
                </c:pt>
                <c:pt idx="4">
                  <c:v>1253</c:v>
                </c:pt>
                <c:pt idx="5">
                  <c:v>612</c:v>
                </c:pt>
                <c:pt idx="6">
                  <c:v>1775</c:v>
                </c:pt>
                <c:pt idx="7">
                  <c:v>2429</c:v>
                </c:pt>
                <c:pt idx="8">
                  <c:v>3895</c:v>
                </c:pt>
                <c:pt idx="9">
                  <c:v>3243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2DA-4C71-8EFD-8BD327C4B1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57529535"/>
        <c:axId val="457530783"/>
      </c:lineChart>
      <c:lineChart>
        <c:grouping val="standard"/>
        <c:varyColors val="0"/>
        <c:ser>
          <c:idx val="2"/>
          <c:order val="2"/>
          <c:tx>
            <c:strRef>
              <c:f>'Результат запроса'!$D$1</c:f>
              <c:strCache>
                <c:ptCount val="1"/>
                <c:pt idx="0">
                  <c:v>Доля больше 5 минут</c:v>
                </c:pt>
              </c:strCache>
            </c:strRef>
          </c:tx>
          <c:spPr>
            <a:ln w="158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запроса'!$D$2:$D$11</c:f>
              <c:numCache>
                <c:formatCode>0%</c:formatCode>
                <c:ptCount val="10"/>
                <c:pt idx="0">
                  <c:v>0.76392352452202827</c:v>
                </c:pt>
                <c:pt idx="1">
                  <c:v>0.77274784970574917</c:v>
                </c:pt>
                <c:pt idx="2">
                  <c:v>0.76802507836990597</c:v>
                </c:pt>
                <c:pt idx="3">
                  <c:v>0.77572898799313894</c:v>
                </c:pt>
                <c:pt idx="4">
                  <c:v>0.74229857819905209</c:v>
                </c:pt>
                <c:pt idx="5">
                  <c:v>0.65454545454545454</c:v>
                </c:pt>
                <c:pt idx="6">
                  <c:v>0.73165704863973624</c:v>
                </c:pt>
                <c:pt idx="7">
                  <c:v>0.71800177357375106</c:v>
                </c:pt>
                <c:pt idx="8">
                  <c:v>0.67399204014535385</c:v>
                </c:pt>
                <c:pt idx="9">
                  <c:v>0.65212145586165293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2DA-4C71-8EFD-8BD327C4B1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42357807"/>
        <c:axId val="542355727"/>
      </c:lineChart>
      <c:dateAx>
        <c:axId val="45752953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/>
                  <a:t>Месяцы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57530783"/>
        <c:crosses val="autoZero"/>
        <c:auto val="1"/>
        <c:lblOffset val="100"/>
        <c:baseTimeUnit val="months"/>
      </c:dateAx>
      <c:valAx>
        <c:axId val="4575307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/>
                  <a:t>Количество</a:t>
                </a:r>
                <a:r>
                  <a:rPr lang="ru-RU" sz="1200" baseline="0"/>
                  <a:t> пользователей</a:t>
                </a:r>
                <a:endParaRPr lang="ru-RU" sz="12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57529535"/>
        <c:crosses val="autoZero"/>
        <c:crossBetween val="between"/>
      </c:valAx>
      <c:valAx>
        <c:axId val="54235572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/>
                  <a:t>Доля</a:t>
                </a:r>
                <a:r>
                  <a:rPr lang="ru-RU" sz="1200" baseline="0"/>
                  <a:t> </a:t>
                </a:r>
                <a:endParaRPr lang="ru-RU" sz="12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2357807"/>
        <c:crosses val="max"/>
        <c:crossBetween val="between"/>
      </c:valAx>
      <c:dateAx>
        <c:axId val="542357807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542355727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00"/>
              <a:t>Динамика</a:t>
            </a:r>
            <a:r>
              <a:rPr lang="ru-RU" sz="1800" baseline="0"/>
              <a:t> средней длительности сессий</a:t>
            </a:r>
            <a:endParaRPr lang="en-US" sz="18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avg_len</c:v>
                </c:pt>
              </c:strCache>
            </c:strRef>
          </c:tx>
          <c:spPr>
            <a:ln w="317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2.2188248095756258</c:v>
                </c:pt>
                <c:pt idx="1">
                  <c:v>2.3230326108181991</c:v>
                </c:pt>
                <c:pt idx="2">
                  <c:v>2.2760932944606416</c:v>
                </c:pt>
                <c:pt idx="3">
                  <c:v>2.3715035931453845</c:v>
                </c:pt>
                <c:pt idx="4">
                  <c:v>2.5163474328278799</c:v>
                </c:pt>
                <c:pt idx="5">
                  <c:v>2.731181917211329</c:v>
                </c:pt>
                <c:pt idx="6">
                  <c:v>2.3998779342723009</c:v>
                </c:pt>
                <c:pt idx="7">
                  <c:v>2.2895430218196791</c:v>
                </c:pt>
                <c:pt idx="8">
                  <c:v>5.5359777492511766</c:v>
                </c:pt>
                <c:pt idx="9">
                  <c:v>2.3343766060232296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7C-479A-8CBF-0F131AA0F6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9278944"/>
        <c:axId val="489277696"/>
      </c:lineChart>
      <c:dateAx>
        <c:axId val="4892789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/>
                  <a:t>Месяц </a:t>
                </a:r>
              </a:p>
            </c:rich>
          </c:tx>
          <c:layout>
            <c:manualLayout>
              <c:xMode val="edge"/>
              <c:yMode val="edge"/>
              <c:x val="0.51050656770107428"/>
              <c:y val="0.9359944322115759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89277696"/>
        <c:crosses val="autoZero"/>
        <c:auto val="1"/>
        <c:lblOffset val="100"/>
        <c:baseTimeUnit val="months"/>
      </c:dateAx>
      <c:valAx>
        <c:axId val="489277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/>
                  <a:t>Длительность</a:t>
                </a:r>
                <a:r>
                  <a:rPr lang="ru-RU" sz="1200" baseline="0"/>
                  <a:t>, ч</a:t>
                </a:r>
                <a:endParaRPr lang="ru-RU" sz="1200"/>
              </a:p>
            </c:rich>
          </c:tx>
          <c:layout>
            <c:manualLayout>
              <c:xMode val="edge"/>
              <c:yMode val="edge"/>
              <c:x val="4.6408392391362342E-3"/>
              <c:y val="0.265006629748069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8927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00" dirty="0"/>
              <a:t>Динамика доли сессий более</a:t>
            </a:r>
            <a:r>
              <a:rPr lang="ru-RU" sz="1800" baseline="0" dirty="0"/>
              <a:t> 1 часа</a:t>
            </a:r>
            <a:endParaRPr lang="ru-RU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31750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0%</c:formatCode>
                <c:ptCount val="10"/>
                <c:pt idx="0">
                  <c:v>0.66811751904243744</c:v>
                </c:pt>
                <c:pt idx="1">
                  <c:v>0.69244288224956063</c:v>
                </c:pt>
                <c:pt idx="2">
                  <c:v>0.69154518950437316</c:v>
                </c:pt>
                <c:pt idx="3">
                  <c:v>0.6843559977888336</c:v>
                </c:pt>
                <c:pt idx="4">
                  <c:v>0.63607342378292098</c:v>
                </c:pt>
                <c:pt idx="5">
                  <c:v>0.56372549019607843</c:v>
                </c:pt>
                <c:pt idx="6">
                  <c:v>0.65014084507042258</c:v>
                </c:pt>
                <c:pt idx="7">
                  <c:v>0.66941128036228903</c:v>
                </c:pt>
                <c:pt idx="8">
                  <c:v>0.6426187419768935</c:v>
                </c:pt>
                <c:pt idx="9">
                  <c:v>0.70027752081406103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458-49AA-BA73-BA60CA74AF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9834224"/>
        <c:axId val="229760160"/>
      </c:lineChart>
      <c:dateAx>
        <c:axId val="4098342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/>
                  <a:t>Месяц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29760160"/>
        <c:crosses val="autoZero"/>
        <c:auto val="1"/>
        <c:lblOffset val="100"/>
        <c:baseTimeUnit val="months"/>
      </c:dateAx>
      <c:valAx>
        <c:axId val="229760160"/>
        <c:scaling>
          <c:orientation val="minMax"/>
          <c:min val="0.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 dirty="0"/>
                  <a:t>Доля</a:t>
                </a:r>
              </a:p>
            </c:rich>
          </c:tx>
          <c:layout>
            <c:manualLayout>
              <c:xMode val="edge"/>
              <c:yMode val="edge"/>
              <c:x val="1.5268808685580493E-2"/>
              <c:y val="0.3995981696908150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0983422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/>
              <a:t>Количество приглашений по игрокам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5933567171547339"/>
          <c:y val="0.13228252458006071"/>
          <c:w val="0.74084951881014871"/>
          <c:h val="0.59956802274715648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val>
            <c:numRef>
              <c:f>'Результат запроса'!$A$2:$G$2</c:f>
              <c:numCache>
                <c:formatCode>General</c:formatCode>
                <c:ptCount val="7"/>
                <c:pt idx="0">
                  <c:v>384</c:v>
                </c:pt>
                <c:pt idx="1">
                  <c:v>1100</c:v>
                </c:pt>
                <c:pt idx="2">
                  <c:v>1111</c:v>
                </c:pt>
                <c:pt idx="3">
                  <c:v>231</c:v>
                </c:pt>
                <c:pt idx="4">
                  <c:v>67</c:v>
                </c:pt>
                <c:pt idx="5">
                  <c:v>58</c:v>
                </c:pt>
                <c:pt idx="6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E9-455B-B42D-FF41D086F6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08135600"/>
        <c:axId val="708141840"/>
      </c:barChart>
      <c:catAx>
        <c:axId val="7081356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/>
                  <a:t>Количество</a:t>
                </a:r>
                <a:r>
                  <a:rPr lang="ru-RU" sz="1200" baseline="0"/>
                  <a:t> приглашений</a:t>
                </a:r>
                <a:endParaRPr lang="ru-RU" sz="12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08141840"/>
        <c:crosses val="autoZero"/>
        <c:auto val="1"/>
        <c:lblAlgn val="ctr"/>
        <c:lblOffset val="100"/>
        <c:noMultiLvlLbl val="0"/>
      </c:catAx>
      <c:valAx>
        <c:axId val="708141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/>
                  <a:t>Количество</a:t>
                </a:r>
                <a:r>
                  <a:rPr lang="ru-RU" sz="1200" baseline="0"/>
                  <a:t> игроков</a:t>
                </a:r>
                <a:endParaRPr lang="ru-RU" sz="12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081356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dirty="0">
                <a:solidFill>
                  <a:schemeClr val="tx1"/>
                </a:solidFill>
              </a:rPr>
              <a:t>Разбивка</a:t>
            </a:r>
            <a:r>
              <a:rPr lang="ru-RU" baseline="0" dirty="0">
                <a:solidFill>
                  <a:schemeClr val="tx1"/>
                </a:solidFill>
              </a:rPr>
              <a:t> сессий по типам устройств</a:t>
            </a:r>
            <a:endParaRPr lang="ru-RU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12921152904692512"/>
          <c:y val="9.5083247754250977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Доля проблемных сессий</c:v>
                </c:pt>
              </c:strCache>
            </c:strRef>
          </c:tx>
          <c:spPr>
            <a:solidFill>
              <a:srgbClr val="AAC4E9"/>
            </a:solidFill>
          </c:spPr>
          <c:explosion val="8"/>
          <c:dPt>
            <c:idx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F3B-4D59-BE7D-C2F7F99F2936}"/>
              </c:ext>
            </c:extLst>
          </c:dPt>
          <c:dPt>
            <c:idx val="1"/>
            <c:bubble3D val="0"/>
            <c:spPr>
              <a:solidFill>
                <a:srgbClr val="AAC4E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BF3B-4D59-BE7D-C2F7F99F2936}"/>
              </c:ext>
            </c:extLst>
          </c:dPt>
          <c:dLbls>
            <c:dLbl>
              <c:idx val="0"/>
              <c:layout>
                <c:manualLayout>
                  <c:x val="1.2597259921264911E-2"/>
                  <c:y val="-0.2304119151038865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151546444312908"/>
                      <c:h val="7.955298395438999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BF3B-4D59-BE7D-C2F7F99F2936}"/>
                </c:ext>
              </c:extLst>
            </c:dLbl>
            <c:dLbl>
              <c:idx val="1"/>
              <c:layout>
                <c:manualLayout>
                  <c:x val="-0.18618157652458933"/>
                  <c:y val="3.893995904682160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F3B-4D59-BE7D-C2F7F99F293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Лист1!$A$2:$A$3</c:f>
              <c:strCache>
                <c:ptCount val="2"/>
                <c:pt idx="0">
                  <c:v>IOS</c:v>
                </c:pt>
                <c:pt idx="1">
                  <c:v>Android</c:v>
                </c:pt>
              </c:strCache>
            </c:strRef>
          </c:cat>
          <c:val>
            <c:numRef>
              <c:f>Лист1!$B$2:$B$3</c:f>
              <c:numCache>
                <c:formatCode>0.00%</c:formatCode>
                <c:ptCount val="2"/>
                <c:pt idx="0">
                  <c:v>0.97609999999999997</c:v>
                </c:pt>
                <c:pt idx="1">
                  <c:v>2.3900000000000001E-2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3B-4D59-BE7D-C2F7F99F29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dirty="0">
                <a:solidFill>
                  <a:schemeClr val="tx1"/>
                </a:solidFill>
              </a:rPr>
              <a:t>Доля сессий без времени завершения</a:t>
            </a:r>
          </a:p>
        </c:rich>
      </c:tx>
      <c:layout>
        <c:manualLayout>
          <c:xMode val="edge"/>
          <c:yMode val="edge"/>
          <c:x val="0.1221116310730180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Доля проблемных сессий</c:v>
                </c:pt>
              </c:strCache>
            </c:strRef>
          </c:tx>
          <c:spPr>
            <a:solidFill>
              <a:srgbClr val="AAC4E9"/>
            </a:solidFill>
          </c:spPr>
          <c:explosion val="8"/>
          <c:dPt>
            <c:idx val="0"/>
            <c:bubble3D val="0"/>
            <c:spPr>
              <a:solidFill>
                <a:srgbClr val="AAC4E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93C-40C0-850F-77128EE1E2AD}"/>
              </c:ext>
            </c:extLst>
          </c:dPt>
          <c:dPt>
            <c:idx val="1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93C-40C0-850F-77128EE1E2AD}"/>
              </c:ext>
            </c:extLst>
          </c:dPt>
          <c:dLbls>
            <c:dLbl>
              <c:idx val="0"/>
              <c:layout>
                <c:manualLayout>
                  <c:x val="-0.14740044089917606"/>
                  <c:y val="-0.1987174991858028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151546444312908"/>
                      <c:h val="7.955298395438999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93C-40C0-850F-77128EE1E2AD}"/>
                </c:ext>
              </c:extLst>
            </c:dLbl>
            <c:dLbl>
              <c:idx val="1"/>
              <c:layout>
                <c:manualLayout>
                  <c:x val="-0.18618157652458933"/>
                  <c:y val="3.893995904682160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93C-40C0-850F-77128EE1E2A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Лист1!$A$2:$A$3</c:f>
              <c:strCache>
                <c:ptCount val="2"/>
                <c:pt idx="0">
                  <c:v>Всего сессий</c:v>
                </c:pt>
                <c:pt idx="1">
                  <c:v>Проблемных сессий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27161</c:v>
                </c:pt>
                <c:pt idx="1">
                  <c:v>3262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93C-40C0-850F-77128EE1E2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800">
                <a:solidFill>
                  <a:schemeClr val="tx1"/>
                </a:solidFill>
              </a:rPr>
              <a:t>Динамика уникальных пользователей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'Результат запроса'!$E$1</c:f>
              <c:strCache>
                <c:ptCount val="1"/>
                <c:pt idx="0">
                  <c:v>WAU</c:v>
                </c:pt>
              </c:strCache>
            </c:strRef>
          </c:tx>
          <c:spPr>
            <a:ln w="25400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запроса'!$C$2:$C$304</c:f>
              <c:numCache>
                <c:formatCode>m/d/yyyy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'Результат запроса'!$E$2:$E$304</c:f>
              <c:numCache>
                <c:formatCode>General</c:formatCode>
                <c:ptCount val="303"/>
                <c:pt idx="0">
                  <c:v>6</c:v>
                </c:pt>
                <c:pt idx="1">
                  <c:v>6</c:v>
                </c:pt>
                <c:pt idx="2">
                  <c:v>59</c:v>
                </c:pt>
                <c:pt idx="3">
                  <c:v>59</c:v>
                </c:pt>
                <c:pt idx="4">
                  <c:v>59</c:v>
                </c:pt>
                <c:pt idx="5">
                  <c:v>59</c:v>
                </c:pt>
                <c:pt idx="6">
                  <c:v>59</c:v>
                </c:pt>
                <c:pt idx="7">
                  <c:v>59</c:v>
                </c:pt>
                <c:pt idx="8">
                  <c:v>59</c:v>
                </c:pt>
                <c:pt idx="9">
                  <c:v>92</c:v>
                </c:pt>
                <c:pt idx="10">
                  <c:v>92</c:v>
                </c:pt>
                <c:pt idx="11">
                  <c:v>92</c:v>
                </c:pt>
                <c:pt idx="12">
                  <c:v>92</c:v>
                </c:pt>
                <c:pt idx="13">
                  <c:v>92</c:v>
                </c:pt>
                <c:pt idx="14">
                  <c:v>92</c:v>
                </c:pt>
                <c:pt idx="15">
                  <c:v>92</c:v>
                </c:pt>
                <c:pt idx="16">
                  <c:v>133</c:v>
                </c:pt>
                <c:pt idx="17">
                  <c:v>133</c:v>
                </c:pt>
                <c:pt idx="18">
                  <c:v>133</c:v>
                </c:pt>
                <c:pt idx="19">
                  <c:v>133</c:v>
                </c:pt>
                <c:pt idx="20">
                  <c:v>133</c:v>
                </c:pt>
                <c:pt idx="21">
                  <c:v>133</c:v>
                </c:pt>
                <c:pt idx="22">
                  <c:v>133</c:v>
                </c:pt>
                <c:pt idx="23">
                  <c:v>183</c:v>
                </c:pt>
                <c:pt idx="24">
                  <c:v>183</c:v>
                </c:pt>
                <c:pt idx="25">
                  <c:v>183</c:v>
                </c:pt>
                <c:pt idx="26">
                  <c:v>183</c:v>
                </c:pt>
                <c:pt idx="27">
                  <c:v>183</c:v>
                </c:pt>
                <c:pt idx="28">
                  <c:v>183</c:v>
                </c:pt>
                <c:pt idx="29">
                  <c:v>183</c:v>
                </c:pt>
                <c:pt idx="30">
                  <c:v>202</c:v>
                </c:pt>
                <c:pt idx="31">
                  <c:v>202</c:v>
                </c:pt>
                <c:pt idx="32">
                  <c:v>202</c:v>
                </c:pt>
                <c:pt idx="33">
                  <c:v>202</c:v>
                </c:pt>
                <c:pt idx="34">
                  <c:v>202</c:v>
                </c:pt>
                <c:pt idx="35">
                  <c:v>202</c:v>
                </c:pt>
                <c:pt idx="36">
                  <c:v>202</c:v>
                </c:pt>
                <c:pt idx="37">
                  <c:v>193</c:v>
                </c:pt>
                <c:pt idx="38">
                  <c:v>193</c:v>
                </c:pt>
                <c:pt idx="39">
                  <c:v>193</c:v>
                </c:pt>
                <c:pt idx="40">
                  <c:v>193</c:v>
                </c:pt>
                <c:pt idx="41">
                  <c:v>193</c:v>
                </c:pt>
                <c:pt idx="42">
                  <c:v>193</c:v>
                </c:pt>
                <c:pt idx="43">
                  <c:v>193</c:v>
                </c:pt>
                <c:pt idx="44">
                  <c:v>201</c:v>
                </c:pt>
                <c:pt idx="45">
                  <c:v>201</c:v>
                </c:pt>
                <c:pt idx="46">
                  <c:v>201</c:v>
                </c:pt>
                <c:pt idx="47">
                  <c:v>201</c:v>
                </c:pt>
                <c:pt idx="48">
                  <c:v>201</c:v>
                </c:pt>
                <c:pt idx="49">
                  <c:v>201</c:v>
                </c:pt>
                <c:pt idx="50">
                  <c:v>201</c:v>
                </c:pt>
                <c:pt idx="51">
                  <c:v>206</c:v>
                </c:pt>
                <c:pt idx="52">
                  <c:v>206</c:v>
                </c:pt>
                <c:pt idx="53">
                  <c:v>206</c:v>
                </c:pt>
                <c:pt idx="54">
                  <c:v>206</c:v>
                </c:pt>
                <c:pt idx="55">
                  <c:v>206</c:v>
                </c:pt>
                <c:pt idx="56">
                  <c:v>206</c:v>
                </c:pt>
                <c:pt idx="57">
                  <c:v>206</c:v>
                </c:pt>
                <c:pt idx="58">
                  <c:v>192</c:v>
                </c:pt>
                <c:pt idx="59">
                  <c:v>192</c:v>
                </c:pt>
                <c:pt idx="60">
                  <c:v>192</c:v>
                </c:pt>
                <c:pt idx="61">
                  <c:v>192</c:v>
                </c:pt>
                <c:pt idx="62">
                  <c:v>192</c:v>
                </c:pt>
                <c:pt idx="63">
                  <c:v>192</c:v>
                </c:pt>
                <c:pt idx="64">
                  <c:v>192</c:v>
                </c:pt>
                <c:pt idx="65">
                  <c:v>196</c:v>
                </c:pt>
                <c:pt idx="66">
                  <c:v>196</c:v>
                </c:pt>
                <c:pt idx="67">
                  <c:v>196</c:v>
                </c:pt>
                <c:pt idx="68">
                  <c:v>196</c:v>
                </c:pt>
                <c:pt idx="69">
                  <c:v>196</c:v>
                </c:pt>
                <c:pt idx="70">
                  <c:v>196</c:v>
                </c:pt>
                <c:pt idx="71">
                  <c:v>196</c:v>
                </c:pt>
                <c:pt idx="72">
                  <c:v>205</c:v>
                </c:pt>
                <c:pt idx="73">
                  <c:v>205</c:v>
                </c:pt>
                <c:pt idx="74">
                  <c:v>205</c:v>
                </c:pt>
                <c:pt idx="75">
                  <c:v>205</c:v>
                </c:pt>
                <c:pt idx="76">
                  <c:v>205</c:v>
                </c:pt>
                <c:pt idx="77">
                  <c:v>205</c:v>
                </c:pt>
                <c:pt idx="78">
                  <c:v>205</c:v>
                </c:pt>
                <c:pt idx="79">
                  <c:v>213</c:v>
                </c:pt>
                <c:pt idx="80">
                  <c:v>213</c:v>
                </c:pt>
                <c:pt idx="81">
                  <c:v>213</c:v>
                </c:pt>
                <c:pt idx="82">
                  <c:v>213</c:v>
                </c:pt>
                <c:pt idx="83">
                  <c:v>213</c:v>
                </c:pt>
                <c:pt idx="84">
                  <c:v>213</c:v>
                </c:pt>
                <c:pt idx="85">
                  <c:v>213</c:v>
                </c:pt>
                <c:pt idx="86">
                  <c:v>208</c:v>
                </c:pt>
                <c:pt idx="87">
                  <c:v>208</c:v>
                </c:pt>
                <c:pt idx="88">
                  <c:v>208</c:v>
                </c:pt>
                <c:pt idx="89">
                  <c:v>208</c:v>
                </c:pt>
                <c:pt idx="90">
                  <c:v>208</c:v>
                </c:pt>
                <c:pt idx="91">
                  <c:v>208</c:v>
                </c:pt>
                <c:pt idx="92">
                  <c:v>208</c:v>
                </c:pt>
                <c:pt idx="93">
                  <c:v>207</c:v>
                </c:pt>
                <c:pt idx="94">
                  <c:v>207</c:v>
                </c:pt>
                <c:pt idx="95">
                  <c:v>207</c:v>
                </c:pt>
                <c:pt idx="96">
                  <c:v>207</c:v>
                </c:pt>
                <c:pt idx="97">
                  <c:v>207</c:v>
                </c:pt>
                <c:pt idx="98">
                  <c:v>207</c:v>
                </c:pt>
                <c:pt idx="99">
                  <c:v>207</c:v>
                </c:pt>
                <c:pt idx="100">
                  <c:v>204</c:v>
                </c:pt>
                <c:pt idx="101">
                  <c:v>204</c:v>
                </c:pt>
                <c:pt idx="102">
                  <c:v>204</c:v>
                </c:pt>
                <c:pt idx="103">
                  <c:v>204</c:v>
                </c:pt>
                <c:pt idx="104">
                  <c:v>204</c:v>
                </c:pt>
                <c:pt idx="105">
                  <c:v>204</c:v>
                </c:pt>
                <c:pt idx="106">
                  <c:v>204</c:v>
                </c:pt>
                <c:pt idx="107">
                  <c:v>201</c:v>
                </c:pt>
                <c:pt idx="108">
                  <c:v>201</c:v>
                </c:pt>
                <c:pt idx="109">
                  <c:v>201</c:v>
                </c:pt>
                <c:pt idx="110">
                  <c:v>201</c:v>
                </c:pt>
                <c:pt idx="111">
                  <c:v>201</c:v>
                </c:pt>
                <c:pt idx="112">
                  <c:v>201</c:v>
                </c:pt>
                <c:pt idx="113">
                  <c:v>201</c:v>
                </c:pt>
                <c:pt idx="114">
                  <c:v>213</c:v>
                </c:pt>
                <c:pt idx="115">
                  <c:v>213</c:v>
                </c:pt>
                <c:pt idx="116">
                  <c:v>213</c:v>
                </c:pt>
                <c:pt idx="117">
                  <c:v>213</c:v>
                </c:pt>
                <c:pt idx="118">
                  <c:v>213</c:v>
                </c:pt>
                <c:pt idx="119">
                  <c:v>213</c:v>
                </c:pt>
                <c:pt idx="120">
                  <c:v>213</c:v>
                </c:pt>
                <c:pt idx="121">
                  <c:v>214</c:v>
                </c:pt>
                <c:pt idx="122">
                  <c:v>214</c:v>
                </c:pt>
                <c:pt idx="123">
                  <c:v>214</c:v>
                </c:pt>
                <c:pt idx="124">
                  <c:v>214</c:v>
                </c:pt>
                <c:pt idx="125">
                  <c:v>214</c:v>
                </c:pt>
                <c:pt idx="126">
                  <c:v>214</c:v>
                </c:pt>
                <c:pt idx="127">
                  <c:v>214</c:v>
                </c:pt>
                <c:pt idx="128">
                  <c:v>203</c:v>
                </c:pt>
                <c:pt idx="129">
                  <c:v>203</c:v>
                </c:pt>
                <c:pt idx="130">
                  <c:v>203</c:v>
                </c:pt>
                <c:pt idx="131">
                  <c:v>203</c:v>
                </c:pt>
                <c:pt idx="132">
                  <c:v>203</c:v>
                </c:pt>
                <c:pt idx="133">
                  <c:v>203</c:v>
                </c:pt>
                <c:pt idx="134">
                  <c:v>203</c:v>
                </c:pt>
                <c:pt idx="135">
                  <c:v>202</c:v>
                </c:pt>
                <c:pt idx="136">
                  <c:v>202</c:v>
                </c:pt>
                <c:pt idx="137">
                  <c:v>202</c:v>
                </c:pt>
                <c:pt idx="138">
                  <c:v>202</c:v>
                </c:pt>
                <c:pt idx="139">
                  <c:v>202</c:v>
                </c:pt>
                <c:pt idx="140">
                  <c:v>202</c:v>
                </c:pt>
                <c:pt idx="141">
                  <c:v>202</c:v>
                </c:pt>
                <c:pt idx="142">
                  <c:v>167</c:v>
                </c:pt>
                <c:pt idx="143">
                  <c:v>167</c:v>
                </c:pt>
                <c:pt idx="144">
                  <c:v>167</c:v>
                </c:pt>
                <c:pt idx="145">
                  <c:v>167</c:v>
                </c:pt>
                <c:pt idx="146">
                  <c:v>167</c:v>
                </c:pt>
                <c:pt idx="147">
                  <c:v>167</c:v>
                </c:pt>
                <c:pt idx="148">
                  <c:v>167</c:v>
                </c:pt>
                <c:pt idx="149">
                  <c:v>157</c:v>
                </c:pt>
                <c:pt idx="150">
                  <c:v>157</c:v>
                </c:pt>
                <c:pt idx="151">
                  <c:v>157</c:v>
                </c:pt>
                <c:pt idx="152">
                  <c:v>157</c:v>
                </c:pt>
                <c:pt idx="153">
                  <c:v>157</c:v>
                </c:pt>
                <c:pt idx="154">
                  <c:v>157</c:v>
                </c:pt>
                <c:pt idx="155">
                  <c:v>157</c:v>
                </c:pt>
                <c:pt idx="156">
                  <c:v>156</c:v>
                </c:pt>
                <c:pt idx="157">
                  <c:v>156</c:v>
                </c:pt>
                <c:pt idx="158">
                  <c:v>156</c:v>
                </c:pt>
                <c:pt idx="159">
                  <c:v>156</c:v>
                </c:pt>
                <c:pt idx="160">
                  <c:v>156</c:v>
                </c:pt>
                <c:pt idx="161">
                  <c:v>156</c:v>
                </c:pt>
                <c:pt idx="162">
                  <c:v>156</c:v>
                </c:pt>
                <c:pt idx="163">
                  <c:v>153</c:v>
                </c:pt>
                <c:pt idx="164">
                  <c:v>153</c:v>
                </c:pt>
                <c:pt idx="165">
                  <c:v>153</c:v>
                </c:pt>
                <c:pt idx="166">
                  <c:v>153</c:v>
                </c:pt>
                <c:pt idx="167">
                  <c:v>153</c:v>
                </c:pt>
                <c:pt idx="168">
                  <c:v>153</c:v>
                </c:pt>
                <c:pt idx="169">
                  <c:v>153</c:v>
                </c:pt>
                <c:pt idx="170">
                  <c:v>145</c:v>
                </c:pt>
                <c:pt idx="171">
                  <c:v>145</c:v>
                </c:pt>
                <c:pt idx="172">
                  <c:v>145</c:v>
                </c:pt>
                <c:pt idx="173">
                  <c:v>145</c:v>
                </c:pt>
                <c:pt idx="174">
                  <c:v>145</c:v>
                </c:pt>
                <c:pt idx="175">
                  <c:v>145</c:v>
                </c:pt>
                <c:pt idx="176">
                  <c:v>145</c:v>
                </c:pt>
                <c:pt idx="177">
                  <c:v>141</c:v>
                </c:pt>
                <c:pt idx="178">
                  <c:v>141</c:v>
                </c:pt>
                <c:pt idx="179">
                  <c:v>141</c:v>
                </c:pt>
                <c:pt idx="180">
                  <c:v>141</c:v>
                </c:pt>
                <c:pt idx="181">
                  <c:v>141</c:v>
                </c:pt>
                <c:pt idx="182">
                  <c:v>141</c:v>
                </c:pt>
                <c:pt idx="183">
                  <c:v>141</c:v>
                </c:pt>
                <c:pt idx="184">
                  <c:v>190</c:v>
                </c:pt>
                <c:pt idx="185">
                  <c:v>190</c:v>
                </c:pt>
                <c:pt idx="186">
                  <c:v>190</c:v>
                </c:pt>
                <c:pt idx="187">
                  <c:v>190</c:v>
                </c:pt>
                <c:pt idx="188">
                  <c:v>190</c:v>
                </c:pt>
                <c:pt idx="189">
                  <c:v>190</c:v>
                </c:pt>
                <c:pt idx="190">
                  <c:v>190</c:v>
                </c:pt>
                <c:pt idx="191">
                  <c:v>233</c:v>
                </c:pt>
                <c:pt idx="192">
                  <c:v>233</c:v>
                </c:pt>
                <c:pt idx="193">
                  <c:v>233</c:v>
                </c:pt>
                <c:pt idx="194">
                  <c:v>233</c:v>
                </c:pt>
                <c:pt idx="195">
                  <c:v>233</c:v>
                </c:pt>
                <c:pt idx="196">
                  <c:v>233</c:v>
                </c:pt>
                <c:pt idx="197">
                  <c:v>233</c:v>
                </c:pt>
                <c:pt idx="198">
                  <c:v>272</c:v>
                </c:pt>
                <c:pt idx="199">
                  <c:v>272</c:v>
                </c:pt>
                <c:pt idx="200">
                  <c:v>272</c:v>
                </c:pt>
                <c:pt idx="201">
                  <c:v>272</c:v>
                </c:pt>
                <c:pt idx="202">
                  <c:v>272</c:v>
                </c:pt>
                <c:pt idx="203">
                  <c:v>272</c:v>
                </c:pt>
                <c:pt idx="204">
                  <c:v>272</c:v>
                </c:pt>
                <c:pt idx="205">
                  <c:v>295</c:v>
                </c:pt>
                <c:pt idx="206">
                  <c:v>295</c:v>
                </c:pt>
                <c:pt idx="207">
                  <c:v>295</c:v>
                </c:pt>
                <c:pt idx="208">
                  <c:v>295</c:v>
                </c:pt>
                <c:pt idx="209">
                  <c:v>295</c:v>
                </c:pt>
                <c:pt idx="210">
                  <c:v>295</c:v>
                </c:pt>
                <c:pt idx="211">
                  <c:v>295</c:v>
                </c:pt>
                <c:pt idx="212">
                  <c:v>346</c:v>
                </c:pt>
                <c:pt idx="213">
                  <c:v>346</c:v>
                </c:pt>
                <c:pt idx="214">
                  <c:v>346</c:v>
                </c:pt>
                <c:pt idx="215">
                  <c:v>346</c:v>
                </c:pt>
                <c:pt idx="216">
                  <c:v>346</c:v>
                </c:pt>
                <c:pt idx="217">
                  <c:v>346</c:v>
                </c:pt>
                <c:pt idx="218">
                  <c:v>346</c:v>
                </c:pt>
                <c:pt idx="219">
                  <c:v>340</c:v>
                </c:pt>
                <c:pt idx="220">
                  <c:v>340</c:v>
                </c:pt>
                <c:pt idx="221">
                  <c:v>340</c:v>
                </c:pt>
                <c:pt idx="222">
                  <c:v>340</c:v>
                </c:pt>
                <c:pt idx="223">
                  <c:v>340</c:v>
                </c:pt>
                <c:pt idx="224">
                  <c:v>340</c:v>
                </c:pt>
                <c:pt idx="225">
                  <c:v>340</c:v>
                </c:pt>
                <c:pt idx="226">
                  <c:v>347</c:v>
                </c:pt>
                <c:pt idx="227">
                  <c:v>347</c:v>
                </c:pt>
                <c:pt idx="228">
                  <c:v>347</c:v>
                </c:pt>
                <c:pt idx="229">
                  <c:v>347</c:v>
                </c:pt>
                <c:pt idx="230">
                  <c:v>347</c:v>
                </c:pt>
                <c:pt idx="231">
                  <c:v>347</c:v>
                </c:pt>
                <c:pt idx="232">
                  <c:v>347</c:v>
                </c:pt>
                <c:pt idx="233">
                  <c:v>384</c:v>
                </c:pt>
                <c:pt idx="234">
                  <c:v>384</c:v>
                </c:pt>
                <c:pt idx="235">
                  <c:v>384</c:v>
                </c:pt>
                <c:pt idx="236">
                  <c:v>384</c:v>
                </c:pt>
                <c:pt idx="237">
                  <c:v>384</c:v>
                </c:pt>
                <c:pt idx="238">
                  <c:v>384</c:v>
                </c:pt>
                <c:pt idx="239">
                  <c:v>384</c:v>
                </c:pt>
                <c:pt idx="240">
                  <c:v>611</c:v>
                </c:pt>
                <c:pt idx="241">
                  <c:v>611</c:v>
                </c:pt>
                <c:pt idx="242">
                  <c:v>611</c:v>
                </c:pt>
                <c:pt idx="243">
                  <c:v>611</c:v>
                </c:pt>
                <c:pt idx="244">
                  <c:v>611</c:v>
                </c:pt>
                <c:pt idx="245">
                  <c:v>611</c:v>
                </c:pt>
                <c:pt idx="246">
                  <c:v>611</c:v>
                </c:pt>
                <c:pt idx="247">
                  <c:v>712</c:v>
                </c:pt>
                <c:pt idx="248">
                  <c:v>712</c:v>
                </c:pt>
                <c:pt idx="249">
                  <c:v>712</c:v>
                </c:pt>
                <c:pt idx="250">
                  <c:v>712</c:v>
                </c:pt>
                <c:pt idx="251">
                  <c:v>712</c:v>
                </c:pt>
                <c:pt idx="252">
                  <c:v>712</c:v>
                </c:pt>
                <c:pt idx="253">
                  <c:v>712</c:v>
                </c:pt>
                <c:pt idx="254">
                  <c:v>772</c:v>
                </c:pt>
                <c:pt idx="255">
                  <c:v>772</c:v>
                </c:pt>
                <c:pt idx="256">
                  <c:v>772</c:v>
                </c:pt>
                <c:pt idx="257">
                  <c:v>772</c:v>
                </c:pt>
                <c:pt idx="258">
                  <c:v>772</c:v>
                </c:pt>
                <c:pt idx="259">
                  <c:v>772</c:v>
                </c:pt>
                <c:pt idx="260">
                  <c:v>772</c:v>
                </c:pt>
                <c:pt idx="261">
                  <c:v>656</c:v>
                </c:pt>
                <c:pt idx="262">
                  <c:v>656</c:v>
                </c:pt>
                <c:pt idx="263">
                  <c:v>656</c:v>
                </c:pt>
                <c:pt idx="264">
                  <c:v>656</c:v>
                </c:pt>
                <c:pt idx="265">
                  <c:v>656</c:v>
                </c:pt>
                <c:pt idx="266">
                  <c:v>656</c:v>
                </c:pt>
                <c:pt idx="267">
                  <c:v>656</c:v>
                </c:pt>
                <c:pt idx="268">
                  <c:v>661</c:v>
                </c:pt>
                <c:pt idx="269">
                  <c:v>661</c:v>
                </c:pt>
                <c:pt idx="270">
                  <c:v>661</c:v>
                </c:pt>
                <c:pt idx="271">
                  <c:v>661</c:v>
                </c:pt>
                <c:pt idx="272">
                  <c:v>661</c:v>
                </c:pt>
                <c:pt idx="273">
                  <c:v>661</c:v>
                </c:pt>
                <c:pt idx="274">
                  <c:v>661</c:v>
                </c:pt>
                <c:pt idx="275">
                  <c:v>699</c:v>
                </c:pt>
                <c:pt idx="276">
                  <c:v>699</c:v>
                </c:pt>
                <c:pt idx="277">
                  <c:v>699</c:v>
                </c:pt>
                <c:pt idx="278">
                  <c:v>699</c:v>
                </c:pt>
                <c:pt idx="279">
                  <c:v>699</c:v>
                </c:pt>
                <c:pt idx="280">
                  <c:v>699</c:v>
                </c:pt>
                <c:pt idx="281">
                  <c:v>699</c:v>
                </c:pt>
                <c:pt idx="282">
                  <c:v>614</c:v>
                </c:pt>
                <c:pt idx="283">
                  <c:v>614</c:v>
                </c:pt>
                <c:pt idx="284">
                  <c:v>614</c:v>
                </c:pt>
                <c:pt idx="285">
                  <c:v>614</c:v>
                </c:pt>
                <c:pt idx="286">
                  <c:v>614</c:v>
                </c:pt>
                <c:pt idx="287">
                  <c:v>614</c:v>
                </c:pt>
                <c:pt idx="288">
                  <c:v>614</c:v>
                </c:pt>
                <c:pt idx="289">
                  <c:v>545</c:v>
                </c:pt>
                <c:pt idx="290">
                  <c:v>545</c:v>
                </c:pt>
                <c:pt idx="291">
                  <c:v>545</c:v>
                </c:pt>
                <c:pt idx="292">
                  <c:v>545</c:v>
                </c:pt>
                <c:pt idx="293">
                  <c:v>545</c:v>
                </c:pt>
                <c:pt idx="294">
                  <c:v>545</c:v>
                </c:pt>
                <c:pt idx="295">
                  <c:v>545</c:v>
                </c:pt>
                <c:pt idx="296">
                  <c:v>422</c:v>
                </c:pt>
                <c:pt idx="297">
                  <c:v>422</c:v>
                </c:pt>
                <c:pt idx="298">
                  <c:v>422</c:v>
                </c:pt>
                <c:pt idx="299">
                  <c:v>422</c:v>
                </c:pt>
                <c:pt idx="300">
                  <c:v>422</c:v>
                </c:pt>
                <c:pt idx="301">
                  <c:v>422</c:v>
                </c:pt>
                <c:pt idx="302">
                  <c:v>422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CBA-4E69-9E1F-898182B96FA0}"/>
            </c:ext>
          </c:extLst>
        </c:ser>
        <c:ser>
          <c:idx val="2"/>
          <c:order val="2"/>
          <c:tx>
            <c:strRef>
              <c:f>'Результат запроса'!$F$1</c:f>
              <c:strCache>
                <c:ptCount val="1"/>
                <c:pt idx="0">
                  <c:v>MAU</c:v>
                </c:pt>
              </c:strCache>
            </c:strRef>
          </c:tx>
          <c:spPr>
            <a:ln w="31750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запроса'!$C$2:$C$304</c:f>
              <c:numCache>
                <c:formatCode>m/d/yyyy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'Результат запроса'!$F$2:$F$304</c:f>
              <c:numCache>
                <c:formatCode>General</c:formatCode>
                <c:ptCount val="303"/>
                <c:pt idx="0">
                  <c:v>193</c:v>
                </c:pt>
                <c:pt idx="1">
                  <c:v>193</c:v>
                </c:pt>
                <c:pt idx="2">
                  <c:v>193</c:v>
                </c:pt>
                <c:pt idx="3">
                  <c:v>193</c:v>
                </c:pt>
                <c:pt idx="4">
                  <c:v>193</c:v>
                </c:pt>
                <c:pt idx="5">
                  <c:v>193</c:v>
                </c:pt>
                <c:pt idx="6">
                  <c:v>193</c:v>
                </c:pt>
                <c:pt idx="7">
                  <c:v>193</c:v>
                </c:pt>
                <c:pt idx="8">
                  <c:v>193</c:v>
                </c:pt>
                <c:pt idx="9">
                  <c:v>193</c:v>
                </c:pt>
                <c:pt idx="10">
                  <c:v>193</c:v>
                </c:pt>
                <c:pt idx="11">
                  <c:v>193</c:v>
                </c:pt>
                <c:pt idx="12">
                  <c:v>193</c:v>
                </c:pt>
                <c:pt idx="13">
                  <c:v>193</c:v>
                </c:pt>
                <c:pt idx="14">
                  <c:v>193</c:v>
                </c:pt>
                <c:pt idx="15">
                  <c:v>193</c:v>
                </c:pt>
                <c:pt idx="16">
                  <c:v>193</c:v>
                </c:pt>
                <c:pt idx="17">
                  <c:v>193</c:v>
                </c:pt>
                <c:pt idx="18">
                  <c:v>193</c:v>
                </c:pt>
                <c:pt idx="19">
                  <c:v>193</c:v>
                </c:pt>
                <c:pt idx="20">
                  <c:v>193</c:v>
                </c:pt>
                <c:pt idx="21">
                  <c:v>193</c:v>
                </c:pt>
                <c:pt idx="22">
                  <c:v>193</c:v>
                </c:pt>
                <c:pt idx="23">
                  <c:v>193</c:v>
                </c:pt>
                <c:pt idx="24">
                  <c:v>193</c:v>
                </c:pt>
                <c:pt idx="25">
                  <c:v>193</c:v>
                </c:pt>
                <c:pt idx="26">
                  <c:v>193</c:v>
                </c:pt>
                <c:pt idx="27">
                  <c:v>193</c:v>
                </c:pt>
                <c:pt idx="28">
                  <c:v>193</c:v>
                </c:pt>
                <c:pt idx="29">
                  <c:v>193</c:v>
                </c:pt>
                <c:pt idx="30">
                  <c:v>366</c:v>
                </c:pt>
                <c:pt idx="31">
                  <c:v>366</c:v>
                </c:pt>
                <c:pt idx="32">
                  <c:v>366</c:v>
                </c:pt>
                <c:pt idx="33">
                  <c:v>366</c:v>
                </c:pt>
                <c:pt idx="34">
                  <c:v>366</c:v>
                </c:pt>
                <c:pt idx="35">
                  <c:v>366</c:v>
                </c:pt>
                <c:pt idx="36">
                  <c:v>366</c:v>
                </c:pt>
                <c:pt idx="37">
                  <c:v>366</c:v>
                </c:pt>
                <c:pt idx="38">
                  <c:v>366</c:v>
                </c:pt>
                <c:pt idx="39">
                  <c:v>366</c:v>
                </c:pt>
                <c:pt idx="40">
                  <c:v>366</c:v>
                </c:pt>
                <c:pt idx="41">
                  <c:v>366</c:v>
                </c:pt>
                <c:pt idx="42">
                  <c:v>366</c:v>
                </c:pt>
                <c:pt idx="43">
                  <c:v>366</c:v>
                </c:pt>
                <c:pt idx="44">
                  <c:v>366</c:v>
                </c:pt>
                <c:pt idx="45">
                  <c:v>366</c:v>
                </c:pt>
                <c:pt idx="46">
                  <c:v>366</c:v>
                </c:pt>
                <c:pt idx="47">
                  <c:v>366</c:v>
                </c:pt>
                <c:pt idx="48">
                  <c:v>366</c:v>
                </c:pt>
                <c:pt idx="49">
                  <c:v>366</c:v>
                </c:pt>
                <c:pt idx="50">
                  <c:v>366</c:v>
                </c:pt>
                <c:pt idx="51">
                  <c:v>366</c:v>
                </c:pt>
                <c:pt idx="52">
                  <c:v>366</c:v>
                </c:pt>
                <c:pt idx="53">
                  <c:v>366</c:v>
                </c:pt>
                <c:pt idx="54">
                  <c:v>366</c:v>
                </c:pt>
                <c:pt idx="55">
                  <c:v>366</c:v>
                </c:pt>
                <c:pt idx="56">
                  <c:v>366</c:v>
                </c:pt>
                <c:pt idx="57">
                  <c:v>366</c:v>
                </c:pt>
                <c:pt idx="58">
                  <c:v>366</c:v>
                </c:pt>
                <c:pt idx="59">
                  <c:v>366</c:v>
                </c:pt>
                <c:pt idx="60">
                  <c:v>366</c:v>
                </c:pt>
                <c:pt idx="61">
                  <c:v>378</c:v>
                </c:pt>
                <c:pt idx="62">
                  <c:v>378</c:v>
                </c:pt>
                <c:pt idx="63">
                  <c:v>378</c:v>
                </c:pt>
                <c:pt idx="64">
                  <c:v>378</c:v>
                </c:pt>
                <c:pt idx="65">
                  <c:v>378</c:v>
                </c:pt>
                <c:pt idx="66">
                  <c:v>378</c:v>
                </c:pt>
                <c:pt idx="67">
                  <c:v>378</c:v>
                </c:pt>
                <c:pt idx="68">
                  <c:v>378</c:v>
                </c:pt>
                <c:pt idx="69">
                  <c:v>378</c:v>
                </c:pt>
                <c:pt idx="70">
                  <c:v>378</c:v>
                </c:pt>
                <c:pt idx="71">
                  <c:v>378</c:v>
                </c:pt>
                <c:pt idx="72">
                  <c:v>378</c:v>
                </c:pt>
                <c:pt idx="73">
                  <c:v>378</c:v>
                </c:pt>
                <c:pt idx="74">
                  <c:v>378</c:v>
                </c:pt>
                <c:pt idx="75">
                  <c:v>378</c:v>
                </c:pt>
                <c:pt idx="76">
                  <c:v>378</c:v>
                </c:pt>
                <c:pt idx="77">
                  <c:v>378</c:v>
                </c:pt>
                <c:pt idx="78">
                  <c:v>378</c:v>
                </c:pt>
                <c:pt idx="79">
                  <c:v>378</c:v>
                </c:pt>
                <c:pt idx="80">
                  <c:v>378</c:v>
                </c:pt>
                <c:pt idx="81">
                  <c:v>378</c:v>
                </c:pt>
                <c:pt idx="82">
                  <c:v>378</c:v>
                </c:pt>
                <c:pt idx="83">
                  <c:v>378</c:v>
                </c:pt>
                <c:pt idx="84">
                  <c:v>378</c:v>
                </c:pt>
                <c:pt idx="85">
                  <c:v>378</c:v>
                </c:pt>
                <c:pt idx="86">
                  <c:v>378</c:v>
                </c:pt>
                <c:pt idx="87">
                  <c:v>378</c:v>
                </c:pt>
                <c:pt idx="88">
                  <c:v>378</c:v>
                </c:pt>
                <c:pt idx="89">
                  <c:v>378</c:v>
                </c:pt>
                <c:pt idx="90">
                  <c:v>378</c:v>
                </c:pt>
                <c:pt idx="91">
                  <c:v>393</c:v>
                </c:pt>
                <c:pt idx="92">
                  <c:v>393</c:v>
                </c:pt>
                <c:pt idx="93">
                  <c:v>393</c:v>
                </c:pt>
                <c:pt idx="94">
                  <c:v>393</c:v>
                </c:pt>
                <c:pt idx="95">
                  <c:v>393</c:v>
                </c:pt>
                <c:pt idx="96">
                  <c:v>393</c:v>
                </c:pt>
                <c:pt idx="97">
                  <c:v>393</c:v>
                </c:pt>
                <c:pt idx="98">
                  <c:v>393</c:v>
                </c:pt>
                <c:pt idx="99">
                  <c:v>393</c:v>
                </c:pt>
                <c:pt idx="100">
                  <c:v>393</c:v>
                </c:pt>
                <c:pt idx="101">
                  <c:v>393</c:v>
                </c:pt>
                <c:pt idx="102">
                  <c:v>393</c:v>
                </c:pt>
                <c:pt idx="103">
                  <c:v>393</c:v>
                </c:pt>
                <c:pt idx="104">
                  <c:v>393</c:v>
                </c:pt>
                <c:pt idx="105">
                  <c:v>393</c:v>
                </c:pt>
                <c:pt idx="106">
                  <c:v>393</c:v>
                </c:pt>
                <c:pt idx="107">
                  <c:v>393</c:v>
                </c:pt>
                <c:pt idx="108">
                  <c:v>393</c:v>
                </c:pt>
                <c:pt idx="109">
                  <c:v>393</c:v>
                </c:pt>
                <c:pt idx="110">
                  <c:v>393</c:v>
                </c:pt>
                <c:pt idx="111">
                  <c:v>393</c:v>
                </c:pt>
                <c:pt idx="112">
                  <c:v>393</c:v>
                </c:pt>
                <c:pt idx="113">
                  <c:v>393</c:v>
                </c:pt>
                <c:pt idx="114">
                  <c:v>393</c:v>
                </c:pt>
                <c:pt idx="115">
                  <c:v>393</c:v>
                </c:pt>
                <c:pt idx="116">
                  <c:v>393</c:v>
                </c:pt>
                <c:pt idx="117">
                  <c:v>393</c:v>
                </c:pt>
                <c:pt idx="118">
                  <c:v>393</c:v>
                </c:pt>
                <c:pt idx="119">
                  <c:v>393</c:v>
                </c:pt>
                <c:pt idx="120">
                  <c:v>393</c:v>
                </c:pt>
                <c:pt idx="121">
                  <c:v>393</c:v>
                </c:pt>
                <c:pt idx="122">
                  <c:v>426</c:v>
                </c:pt>
                <c:pt idx="123">
                  <c:v>426</c:v>
                </c:pt>
                <c:pt idx="124">
                  <c:v>426</c:v>
                </c:pt>
                <c:pt idx="125">
                  <c:v>426</c:v>
                </c:pt>
                <c:pt idx="126">
                  <c:v>426</c:v>
                </c:pt>
                <c:pt idx="127">
                  <c:v>426</c:v>
                </c:pt>
                <c:pt idx="128">
                  <c:v>426</c:v>
                </c:pt>
                <c:pt idx="129">
                  <c:v>426</c:v>
                </c:pt>
                <c:pt idx="130">
                  <c:v>426</c:v>
                </c:pt>
                <c:pt idx="131">
                  <c:v>426</c:v>
                </c:pt>
                <c:pt idx="132">
                  <c:v>426</c:v>
                </c:pt>
                <c:pt idx="133">
                  <c:v>426</c:v>
                </c:pt>
                <c:pt idx="134">
                  <c:v>426</c:v>
                </c:pt>
                <c:pt idx="135">
                  <c:v>426</c:v>
                </c:pt>
                <c:pt idx="136">
                  <c:v>426</c:v>
                </c:pt>
                <c:pt idx="137">
                  <c:v>426</c:v>
                </c:pt>
                <c:pt idx="138">
                  <c:v>426</c:v>
                </c:pt>
                <c:pt idx="139">
                  <c:v>426</c:v>
                </c:pt>
                <c:pt idx="140">
                  <c:v>426</c:v>
                </c:pt>
                <c:pt idx="141">
                  <c:v>426</c:v>
                </c:pt>
                <c:pt idx="142">
                  <c:v>426</c:v>
                </c:pt>
                <c:pt idx="143">
                  <c:v>426</c:v>
                </c:pt>
                <c:pt idx="144">
                  <c:v>426</c:v>
                </c:pt>
                <c:pt idx="145">
                  <c:v>426</c:v>
                </c:pt>
                <c:pt idx="146">
                  <c:v>426</c:v>
                </c:pt>
                <c:pt idx="147">
                  <c:v>426</c:v>
                </c:pt>
                <c:pt idx="148">
                  <c:v>426</c:v>
                </c:pt>
                <c:pt idx="149">
                  <c:v>426</c:v>
                </c:pt>
                <c:pt idx="150">
                  <c:v>426</c:v>
                </c:pt>
                <c:pt idx="151">
                  <c:v>426</c:v>
                </c:pt>
                <c:pt idx="152">
                  <c:v>390</c:v>
                </c:pt>
                <c:pt idx="153">
                  <c:v>390</c:v>
                </c:pt>
                <c:pt idx="154">
                  <c:v>390</c:v>
                </c:pt>
                <c:pt idx="155">
                  <c:v>390</c:v>
                </c:pt>
                <c:pt idx="156">
                  <c:v>390</c:v>
                </c:pt>
                <c:pt idx="157">
                  <c:v>390</c:v>
                </c:pt>
                <c:pt idx="158">
                  <c:v>390</c:v>
                </c:pt>
                <c:pt idx="159">
                  <c:v>390</c:v>
                </c:pt>
                <c:pt idx="160">
                  <c:v>390</c:v>
                </c:pt>
                <c:pt idx="161">
                  <c:v>390</c:v>
                </c:pt>
                <c:pt idx="162">
                  <c:v>390</c:v>
                </c:pt>
                <c:pt idx="163">
                  <c:v>390</c:v>
                </c:pt>
                <c:pt idx="164">
                  <c:v>390</c:v>
                </c:pt>
                <c:pt idx="165">
                  <c:v>390</c:v>
                </c:pt>
                <c:pt idx="166">
                  <c:v>390</c:v>
                </c:pt>
                <c:pt idx="167">
                  <c:v>390</c:v>
                </c:pt>
                <c:pt idx="168">
                  <c:v>390</c:v>
                </c:pt>
                <c:pt idx="169">
                  <c:v>390</c:v>
                </c:pt>
                <c:pt idx="170">
                  <c:v>390</c:v>
                </c:pt>
                <c:pt idx="171">
                  <c:v>390</c:v>
                </c:pt>
                <c:pt idx="172">
                  <c:v>390</c:v>
                </c:pt>
                <c:pt idx="173">
                  <c:v>390</c:v>
                </c:pt>
                <c:pt idx="174">
                  <c:v>390</c:v>
                </c:pt>
                <c:pt idx="175">
                  <c:v>390</c:v>
                </c:pt>
                <c:pt idx="176">
                  <c:v>390</c:v>
                </c:pt>
                <c:pt idx="177">
                  <c:v>390</c:v>
                </c:pt>
                <c:pt idx="178">
                  <c:v>390</c:v>
                </c:pt>
                <c:pt idx="179">
                  <c:v>390</c:v>
                </c:pt>
                <c:pt idx="180">
                  <c:v>390</c:v>
                </c:pt>
                <c:pt idx="181">
                  <c:v>390</c:v>
                </c:pt>
                <c:pt idx="182">
                  <c:v>390</c:v>
                </c:pt>
                <c:pt idx="183">
                  <c:v>536</c:v>
                </c:pt>
                <c:pt idx="184">
                  <c:v>536</c:v>
                </c:pt>
                <c:pt idx="185">
                  <c:v>536</c:v>
                </c:pt>
                <c:pt idx="186">
                  <c:v>536</c:v>
                </c:pt>
                <c:pt idx="187">
                  <c:v>536</c:v>
                </c:pt>
                <c:pt idx="188">
                  <c:v>536</c:v>
                </c:pt>
                <c:pt idx="189">
                  <c:v>536</c:v>
                </c:pt>
                <c:pt idx="190">
                  <c:v>536</c:v>
                </c:pt>
                <c:pt idx="191">
                  <c:v>536</c:v>
                </c:pt>
                <c:pt idx="192">
                  <c:v>536</c:v>
                </c:pt>
                <c:pt idx="193">
                  <c:v>536</c:v>
                </c:pt>
                <c:pt idx="194">
                  <c:v>536</c:v>
                </c:pt>
                <c:pt idx="195">
                  <c:v>536</c:v>
                </c:pt>
                <c:pt idx="196">
                  <c:v>536</c:v>
                </c:pt>
                <c:pt idx="197">
                  <c:v>536</c:v>
                </c:pt>
                <c:pt idx="198">
                  <c:v>536</c:v>
                </c:pt>
                <c:pt idx="199">
                  <c:v>536</c:v>
                </c:pt>
                <c:pt idx="200">
                  <c:v>536</c:v>
                </c:pt>
                <c:pt idx="201">
                  <c:v>536</c:v>
                </c:pt>
                <c:pt idx="202">
                  <c:v>536</c:v>
                </c:pt>
                <c:pt idx="203">
                  <c:v>536</c:v>
                </c:pt>
                <c:pt idx="204">
                  <c:v>536</c:v>
                </c:pt>
                <c:pt idx="205">
                  <c:v>536</c:v>
                </c:pt>
                <c:pt idx="206">
                  <c:v>536</c:v>
                </c:pt>
                <c:pt idx="207">
                  <c:v>536</c:v>
                </c:pt>
                <c:pt idx="208">
                  <c:v>536</c:v>
                </c:pt>
                <c:pt idx="209">
                  <c:v>536</c:v>
                </c:pt>
                <c:pt idx="210">
                  <c:v>536</c:v>
                </c:pt>
                <c:pt idx="211">
                  <c:v>536</c:v>
                </c:pt>
                <c:pt idx="212">
                  <c:v>536</c:v>
                </c:pt>
                <c:pt idx="213">
                  <c:v>536</c:v>
                </c:pt>
                <c:pt idx="214">
                  <c:v>696</c:v>
                </c:pt>
                <c:pt idx="215">
                  <c:v>696</c:v>
                </c:pt>
                <c:pt idx="216">
                  <c:v>696</c:v>
                </c:pt>
                <c:pt idx="217">
                  <c:v>696</c:v>
                </c:pt>
                <c:pt idx="218">
                  <c:v>696</c:v>
                </c:pt>
                <c:pt idx="219">
                  <c:v>696</c:v>
                </c:pt>
                <c:pt idx="220">
                  <c:v>696</c:v>
                </c:pt>
                <c:pt idx="221">
                  <c:v>696</c:v>
                </c:pt>
                <c:pt idx="222">
                  <c:v>696</c:v>
                </c:pt>
                <c:pt idx="223">
                  <c:v>696</c:v>
                </c:pt>
                <c:pt idx="224">
                  <c:v>696</c:v>
                </c:pt>
                <c:pt idx="225">
                  <c:v>696</c:v>
                </c:pt>
                <c:pt idx="226">
                  <c:v>696</c:v>
                </c:pt>
                <c:pt idx="227">
                  <c:v>696</c:v>
                </c:pt>
                <c:pt idx="228">
                  <c:v>696</c:v>
                </c:pt>
                <c:pt idx="229">
                  <c:v>696</c:v>
                </c:pt>
                <c:pt idx="230">
                  <c:v>696</c:v>
                </c:pt>
                <c:pt idx="231">
                  <c:v>696</c:v>
                </c:pt>
                <c:pt idx="232">
                  <c:v>696</c:v>
                </c:pt>
                <c:pt idx="233">
                  <c:v>696</c:v>
                </c:pt>
                <c:pt idx="234">
                  <c:v>696</c:v>
                </c:pt>
                <c:pt idx="235">
                  <c:v>696</c:v>
                </c:pt>
                <c:pt idx="236">
                  <c:v>696</c:v>
                </c:pt>
                <c:pt idx="237">
                  <c:v>696</c:v>
                </c:pt>
                <c:pt idx="238">
                  <c:v>696</c:v>
                </c:pt>
                <c:pt idx="239">
                  <c:v>696</c:v>
                </c:pt>
                <c:pt idx="240">
                  <c:v>696</c:v>
                </c:pt>
                <c:pt idx="241">
                  <c:v>696</c:v>
                </c:pt>
                <c:pt idx="242">
                  <c:v>1544</c:v>
                </c:pt>
                <c:pt idx="243">
                  <c:v>1544</c:v>
                </c:pt>
                <c:pt idx="244">
                  <c:v>1544</c:v>
                </c:pt>
                <c:pt idx="245">
                  <c:v>1544</c:v>
                </c:pt>
                <c:pt idx="246">
                  <c:v>1544</c:v>
                </c:pt>
                <c:pt idx="247">
                  <c:v>1544</c:v>
                </c:pt>
                <c:pt idx="248">
                  <c:v>1544</c:v>
                </c:pt>
                <c:pt idx="249">
                  <c:v>1544</c:v>
                </c:pt>
                <c:pt idx="250">
                  <c:v>1544</c:v>
                </c:pt>
                <c:pt idx="251">
                  <c:v>1544</c:v>
                </c:pt>
                <c:pt idx="252">
                  <c:v>1544</c:v>
                </c:pt>
                <c:pt idx="253">
                  <c:v>1544</c:v>
                </c:pt>
                <c:pt idx="254">
                  <c:v>1544</c:v>
                </c:pt>
                <c:pt idx="255">
                  <c:v>1544</c:v>
                </c:pt>
                <c:pt idx="256">
                  <c:v>1544</c:v>
                </c:pt>
                <c:pt idx="257">
                  <c:v>1544</c:v>
                </c:pt>
                <c:pt idx="258">
                  <c:v>1544</c:v>
                </c:pt>
                <c:pt idx="259">
                  <c:v>1544</c:v>
                </c:pt>
                <c:pt idx="260">
                  <c:v>1544</c:v>
                </c:pt>
                <c:pt idx="261">
                  <c:v>1544</c:v>
                </c:pt>
                <c:pt idx="262">
                  <c:v>1544</c:v>
                </c:pt>
                <c:pt idx="263">
                  <c:v>1544</c:v>
                </c:pt>
                <c:pt idx="264">
                  <c:v>1544</c:v>
                </c:pt>
                <c:pt idx="265">
                  <c:v>1544</c:v>
                </c:pt>
                <c:pt idx="266">
                  <c:v>1544</c:v>
                </c:pt>
                <c:pt idx="267">
                  <c:v>1544</c:v>
                </c:pt>
                <c:pt idx="268">
                  <c:v>1544</c:v>
                </c:pt>
                <c:pt idx="269">
                  <c:v>1544</c:v>
                </c:pt>
                <c:pt idx="270">
                  <c:v>1544</c:v>
                </c:pt>
                <c:pt idx="271">
                  <c:v>1544</c:v>
                </c:pt>
                <c:pt idx="272">
                  <c:v>1544</c:v>
                </c:pt>
                <c:pt idx="273">
                  <c:v>1027</c:v>
                </c:pt>
                <c:pt idx="274">
                  <c:v>1027</c:v>
                </c:pt>
                <c:pt idx="275">
                  <c:v>1027</c:v>
                </c:pt>
                <c:pt idx="276">
                  <c:v>1027</c:v>
                </c:pt>
                <c:pt idx="277">
                  <c:v>1027</c:v>
                </c:pt>
                <c:pt idx="278">
                  <c:v>1027</c:v>
                </c:pt>
                <c:pt idx="279">
                  <c:v>1027</c:v>
                </c:pt>
                <c:pt idx="280">
                  <c:v>1027</c:v>
                </c:pt>
                <c:pt idx="281">
                  <c:v>1027</c:v>
                </c:pt>
                <c:pt idx="282">
                  <c:v>1027</c:v>
                </c:pt>
                <c:pt idx="283">
                  <c:v>1027</c:v>
                </c:pt>
                <c:pt idx="284">
                  <c:v>1027</c:v>
                </c:pt>
                <c:pt idx="285">
                  <c:v>1027</c:v>
                </c:pt>
                <c:pt idx="286">
                  <c:v>1027</c:v>
                </c:pt>
                <c:pt idx="287">
                  <c:v>1027</c:v>
                </c:pt>
                <c:pt idx="288">
                  <c:v>1027</c:v>
                </c:pt>
                <c:pt idx="289">
                  <c:v>1027</c:v>
                </c:pt>
                <c:pt idx="290">
                  <c:v>1027</c:v>
                </c:pt>
                <c:pt idx="291">
                  <c:v>1027</c:v>
                </c:pt>
                <c:pt idx="292">
                  <c:v>1027</c:v>
                </c:pt>
                <c:pt idx="293">
                  <c:v>1027</c:v>
                </c:pt>
                <c:pt idx="294">
                  <c:v>1027</c:v>
                </c:pt>
                <c:pt idx="295">
                  <c:v>1027</c:v>
                </c:pt>
                <c:pt idx="296">
                  <c:v>1027</c:v>
                </c:pt>
                <c:pt idx="297">
                  <c:v>1027</c:v>
                </c:pt>
                <c:pt idx="298">
                  <c:v>1027</c:v>
                </c:pt>
                <c:pt idx="299">
                  <c:v>1027</c:v>
                </c:pt>
                <c:pt idx="300">
                  <c:v>1027</c:v>
                </c:pt>
                <c:pt idx="301">
                  <c:v>1027</c:v>
                </c:pt>
                <c:pt idx="302">
                  <c:v>1027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CBA-4E69-9E1F-898182B96F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14762447"/>
        <c:axId val="1614763279"/>
      </c:lineChart>
      <c:lineChart>
        <c:grouping val="standard"/>
        <c:varyColors val="0"/>
        <c:ser>
          <c:idx val="0"/>
          <c:order val="0"/>
          <c:tx>
            <c:strRef>
              <c:f>'Результат запроса'!$D$1</c:f>
              <c:strCache>
                <c:ptCount val="1"/>
                <c:pt idx="0">
                  <c:v>DAU</c:v>
                </c:pt>
              </c:strCache>
            </c:strRef>
          </c:tx>
          <c:spPr>
            <a:ln w="12700" cap="rnd">
              <a:solidFill>
                <a:schemeClr val="accent6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запроса'!$C$2:$C$304</c:f>
              <c:numCache>
                <c:formatCode>m/d/yyyy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'Результат запроса'!$D$2:$D$304</c:f>
              <c:numCache>
                <c:formatCode>General</c:formatCode>
                <c:ptCount val="303"/>
                <c:pt idx="0">
                  <c:v>3</c:v>
                </c:pt>
                <c:pt idx="1">
                  <c:v>6</c:v>
                </c:pt>
                <c:pt idx="2">
                  <c:v>5</c:v>
                </c:pt>
                <c:pt idx="3">
                  <c:v>10</c:v>
                </c:pt>
                <c:pt idx="4">
                  <c:v>5</c:v>
                </c:pt>
                <c:pt idx="5">
                  <c:v>13</c:v>
                </c:pt>
                <c:pt idx="6">
                  <c:v>22</c:v>
                </c:pt>
                <c:pt idx="7">
                  <c:v>22</c:v>
                </c:pt>
                <c:pt idx="8">
                  <c:v>26</c:v>
                </c:pt>
                <c:pt idx="9">
                  <c:v>23</c:v>
                </c:pt>
                <c:pt idx="10">
                  <c:v>24</c:v>
                </c:pt>
                <c:pt idx="11">
                  <c:v>30</c:v>
                </c:pt>
                <c:pt idx="12">
                  <c:v>32</c:v>
                </c:pt>
                <c:pt idx="13">
                  <c:v>25</c:v>
                </c:pt>
                <c:pt idx="14">
                  <c:v>34</c:v>
                </c:pt>
                <c:pt idx="15">
                  <c:v>39</c:v>
                </c:pt>
                <c:pt idx="16">
                  <c:v>22</c:v>
                </c:pt>
                <c:pt idx="17">
                  <c:v>38</c:v>
                </c:pt>
                <c:pt idx="18">
                  <c:v>34</c:v>
                </c:pt>
                <c:pt idx="19">
                  <c:v>50</c:v>
                </c:pt>
                <c:pt idx="20">
                  <c:v>43</c:v>
                </c:pt>
                <c:pt idx="21">
                  <c:v>43</c:v>
                </c:pt>
                <c:pt idx="22">
                  <c:v>53</c:v>
                </c:pt>
                <c:pt idx="23">
                  <c:v>63</c:v>
                </c:pt>
                <c:pt idx="24">
                  <c:v>48</c:v>
                </c:pt>
                <c:pt idx="25">
                  <c:v>59</c:v>
                </c:pt>
                <c:pt idx="26">
                  <c:v>59</c:v>
                </c:pt>
                <c:pt idx="27">
                  <c:v>61</c:v>
                </c:pt>
                <c:pt idx="28">
                  <c:v>64</c:v>
                </c:pt>
                <c:pt idx="29">
                  <c:v>64</c:v>
                </c:pt>
                <c:pt idx="30">
                  <c:v>52</c:v>
                </c:pt>
                <c:pt idx="31">
                  <c:v>62</c:v>
                </c:pt>
                <c:pt idx="32">
                  <c:v>55</c:v>
                </c:pt>
                <c:pt idx="33">
                  <c:v>60</c:v>
                </c:pt>
                <c:pt idx="34">
                  <c:v>52</c:v>
                </c:pt>
                <c:pt idx="35">
                  <c:v>62</c:v>
                </c:pt>
                <c:pt idx="36">
                  <c:v>59</c:v>
                </c:pt>
                <c:pt idx="37">
                  <c:v>58</c:v>
                </c:pt>
                <c:pt idx="38">
                  <c:v>53</c:v>
                </c:pt>
                <c:pt idx="39">
                  <c:v>55</c:v>
                </c:pt>
                <c:pt idx="40">
                  <c:v>65</c:v>
                </c:pt>
                <c:pt idx="41">
                  <c:v>54</c:v>
                </c:pt>
                <c:pt idx="42">
                  <c:v>74</c:v>
                </c:pt>
                <c:pt idx="43">
                  <c:v>59</c:v>
                </c:pt>
                <c:pt idx="44">
                  <c:v>54</c:v>
                </c:pt>
                <c:pt idx="45">
                  <c:v>68</c:v>
                </c:pt>
                <c:pt idx="46">
                  <c:v>59</c:v>
                </c:pt>
                <c:pt idx="47">
                  <c:v>61</c:v>
                </c:pt>
                <c:pt idx="48">
                  <c:v>58</c:v>
                </c:pt>
                <c:pt idx="49">
                  <c:v>67</c:v>
                </c:pt>
                <c:pt idx="50">
                  <c:v>62</c:v>
                </c:pt>
                <c:pt idx="51">
                  <c:v>53</c:v>
                </c:pt>
                <c:pt idx="52">
                  <c:v>60</c:v>
                </c:pt>
                <c:pt idx="53">
                  <c:v>67</c:v>
                </c:pt>
                <c:pt idx="54">
                  <c:v>67</c:v>
                </c:pt>
                <c:pt idx="55">
                  <c:v>61</c:v>
                </c:pt>
                <c:pt idx="56">
                  <c:v>63</c:v>
                </c:pt>
                <c:pt idx="57">
                  <c:v>61</c:v>
                </c:pt>
                <c:pt idx="58">
                  <c:v>54</c:v>
                </c:pt>
                <c:pt idx="59">
                  <c:v>72</c:v>
                </c:pt>
                <c:pt idx="60">
                  <c:v>54</c:v>
                </c:pt>
                <c:pt idx="61">
                  <c:v>66</c:v>
                </c:pt>
                <c:pt idx="62">
                  <c:v>61</c:v>
                </c:pt>
                <c:pt idx="63">
                  <c:v>58</c:v>
                </c:pt>
                <c:pt idx="64">
                  <c:v>64</c:v>
                </c:pt>
                <c:pt idx="65">
                  <c:v>62</c:v>
                </c:pt>
                <c:pt idx="66">
                  <c:v>46</c:v>
                </c:pt>
                <c:pt idx="67">
                  <c:v>49</c:v>
                </c:pt>
                <c:pt idx="68">
                  <c:v>59</c:v>
                </c:pt>
                <c:pt idx="69">
                  <c:v>60</c:v>
                </c:pt>
                <c:pt idx="70">
                  <c:v>53</c:v>
                </c:pt>
                <c:pt idx="71">
                  <c:v>61</c:v>
                </c:pt>
                <c:pt idx="72">
                  <c:v>58</c:v>
                </c:pt>
                <c:pt idx="73">
                  <c:v>64</c:v>
                </c:pt>
                <c:pt idx="74">
                  <c:v>65</c:v>
                </c:pt>
                <c:pt idx="75">
                  <c:v>74</c:v>
                </c:pt>
                <c:pt idx="76">
                  <c:v>58</c:v>
                </c:pt>
                <c:pt idx="77">
                  <c:v>62</c:v>
                </c:pt>
                <c:pt idx="78">
                  <c:v>69</c:v>
                </c:pt>
                <c:pt idx="79">
                  <c:v>66</c:v>
                </c:pt>
                <c:pt idx="80">
                  <c:v>67</c:v>
                </c:pt>
                <c:pt idx="81">
                  <c:v>71</c:v>
                </c:pt>
                <c:pt idx="82">
                  <c:v>67</c:v>
                </c:pt>
                <c:pt idx="83">
                  <c:v>55</c:v>
                </c:pt>
                <c:pt idx="84">
                  <c:v>58</c:v>
                </c:pt>
                <c:pt idx="85">
                  <c:v>73</c:v>
                </c:pt>
                <c:pt idx="86">
                  <c:v>58</c:v>
                </c:pt>
                <c:pt idx="87">
                  <c:v>76</c:v>
                </c:pt>
                <c:pt idx="88">
                  <c:v>62</c:v>
                </c:pt>
                <c:pt idx="89">
                  <c:v>66</c:v>
                </c:pt>
                <c:pt idx="90">
                  <c:v>59</c:v>
                </c:pt>
                <c:pt idx="91">
                  <c:v>61</c:v>
                </c:pt>
                <c:pt idx="92">
                  <c:v>52</c:v>
                </c:pt>
                <c:pt idx="93">
                  <c:v>69</c:v>
                </c:pt>
                <c:pt idx="94">
                  <c:v>70</c:v>
                </c:pt>
                <c:pt idx="95">
                  <c:v>45</c:v>
                </c:pt>
                <c:pt idx="96">
                  <c:v>77</c:v>
                </c:pt>
                <c:pt idx="97">
                  <c:v>61</c:v>
                </c:pt>
                <c:pt idx="98">
                  <c:v>56</c:v>
                </c:pt>
                <c:pt idx="99">
                  <c:v>66</c:v>
                </c:pt>
                <c:pt idx="100">
                  <c:v>51</c:v>
                </c:pt>
                <c:pt idx="101">
                  <c:v>59</c:v>
                </c:pt>
                <c:pt idx="102">
                  <c:v>65</c:v>
                </c:pt>
                <c:pt idx="103">
                  <c:v>53</c:v>
                </c:pt>
                <c:pt idx="104">
                  <c:v>72</c:v>
                </c:pt>
                <c:pt idx="105">
                  <c:v>62</c:v>
                </c:pt>
                <c:pt idx="106">
                  <c:v>62</c:v>
                </c:pt>
                <c:pt idx="107">
                  <c:v>70</c:v>
                </c:pt>
                <c:pt idx="108">
                  <c:v>62</c:v>
                </c:pt>
                <c:pt idx="109">
                  <c:v>82</c:v>
                </c:pt>
                <c:pt idx="110">
                  <c:v>52</c:v>
                </c:pt>
                <c:pt idx="111">
                  <c:v>65</c:v>
                </c:pt>
                <c:pt idx="112">
                  <c:v>64</c:v>
                </c:pt>
                <c:pt idx="113">
                  <c:v>57</c:v>
                </c:pt>
                <c:pt idx="114">
                  <c:v>58</c:v>
                </c:pt>
                <c:pt idx="115">
                  <c:v>66</c:v>
                </c:pt>
                <c:pt idx="116">
                  <c:v>60</c:v>
                </c:pt>
                <c:pt idx="117">
                  <c:v>55</c:v>
                </c:pt>
                <c:pt idx="118">
                  <c:v>65</c:v>
                </c:pt>
                <c:pt idx="119">
                  <c:v>54</c:v>
                </c:pt>
                <c:pt idx="120">
                  <c:v>66</c:v>
                </c:pt>
                <c:pt idx="121">
                  <c:v>72</c:v>
                </c:pt>
                <c:pt idx="122">
                  <c:v>58</c:v>
                </c:pt>
                <c:pt idx="123">
                  <c:v>55</c:v>
                </c:pt>
                <c:pt idx="124">
                  <c:v>56</c:v>
                </c:pt>
                <c:pt idx="125">
                  <c:v>63</c:v>
                </c:pt>
                <c:pt idx="126">
                  <c:v>69</c:v>
                </c:pt>
                <c:pt idx="127">
                  <c:v>62</c:v>
                </c:pt>
                <c:pt idx="128">
                  <c:v>60</c:v>
                </c:pt>
                <c:pt idx="129">
                  <c:v>60</c:v>
                </c:pt>
                <c:pt idx="130">
                  <c:v>60</c:v>
                </c:pt>
                <c:pt idx="131">
                  <c:v>55</c:v>
                </c:pt>
                <c:pt idx="132">
                  <c:v>62</c:v>
                </c:pt>
                <c:pt idx="133">
                  <c:v>53</c:v>
                </c:pt>
                <c:pt idx="134">
                  <c:v>54</c:v>
                </c:pt>
                <c:pt idx="135">
                  <c:v>46</c:v>
                </c:pt>
                <c:pt idx="136">
                  <c:v>55</c:v>
                </c:pt>
                <c:pt idx="137">
                  <c:v>51</c:v>
                </c:pt>
                <c:pt idx="138">
                  <c:v>58</c:v>
                </c:pt>
                <c:pt idx="139">
                  <c:v>51</c:v>
                </c:pt>
                <c:pt idx="140">
                  <c:v>40</c:v>
                </c:pt>
                <c:pt idx="141">
                  <c:v>50</c:v>
                </c:pt>
                <c:pt idx="142">
                  <c:v>34</c:v>
                </c:pt>
                <c:pt idx="143">
                  <c:v>41</c:v>
                </c:pt>
                <c:pt idx="144">
                  <c:v>39</c:v>
                </c:pt>
                <c:pt idx="145">
                  <c:v>32</c:v>
                </c:pt>
                <c:pt idx="146">
                  <c:v>32</c:v>
                </c:pt>
                <c:pt idx="147">
                  <c:v>31</c:v>
                </c:pt>
                <c:pt idx="148">
                  <c:v>35</c:v>
                </c:pt>
                <c:pt idx="149">
                  <c:v>32</c:v>
                </c:pt>
                <c:pt idx="150">
                  <c:v>23</c:v>
                </c:pt>
                <c:pt idx="151">
                  <c:v>35</c:v>
                </c:pt>
                <c:pt idx="152">
                  <c:v>32</c:v>
                </c:pt>
                <c:pt idx="153">
                  <c:v>25</c:v>
                </c:pt>
                <c:pt idx="154">
                  <c:v>19</c:v>
                </c:pt>
                <c:pt idx="155">
                  <c:v>30</c:v>
                </c:pt>
                <c:pt idx="156">
                  <c:v>23</c:v>
                </c:pt>
                <c:pt idx="157">
                  <c:v>32</c:v>
                </c:pt>
                <c:pt idx="158">
                  <c:v>35</c:v>
                </c:pt>
                <c:pt idx="159">
                  <c:v>29</c:v>
                </c:pt>
                <c:pt idx="160">
                  <c:v>36</c:v>
                </c:pt>
                <c:pt idx="161">
                  <c:v>30</c:v>
                </c:pt>
                <c:pt idx="162">
                  <c:v>25</c:v>
                </c:pt>
                <c:pt idx="163">
                  <c:v>31</c:v>
                </c:pt>
                <c:pt idx="164">
                  <c:v>34</c:v>
                </c:pt>
                <c:pt idx="165">
                  <c:v>22</c:v>
                </c:pt>
                <c:pt idx="166">
                  <c:v>26</c:v>
                </c:pt>
                <c:pt idx="167">
                  <c:v>27</c:v>
                </c:pt>
                <c:pt idx="168">
                  <c:v>28</c:v>
                </c:pt>
                <c:pt idx="169">
                  <c:v>20</c:v>
                </c:pt>
                <c:pt idx="170">
                  <c:v>32</c:v>
                </c:pt>
                <c:pt idx="171">
                  <c:v>28</c:v>
                </c:pt>
                <c:pt idx="172">
                  <c:v>28</c:v>
                </c:pt>
                <c:pt idx="173">
                  <c:v>29</c:v>
                </c:pt>
                <c:pt idx="174">
                  <c:v>36</c:v>
                </c:pt>
                <c:pt idx="175">
                  <c:v>24</c:v>
                </c:pt>
                <c:pt idx="176">
                  <c:v>33</c:v>
                </c:pt>
                <c:pt idx="177">
                  <c:v>26</c:v>
                </c:pt>
                <c:pt idx="178">
                  <c:v>24</c:v>
                </c:pt>
                <c:pt idx="179">
                  <c:v>32</c:v>
                </c:pt>
                <c:pt idx="180">
                  <c:v>29</c:v>
                </c:pt>
                <c:pt idx="181">
                  <c:v>22</c:v>
                </c:pt>
                <c:pt idx="182">
                  <c:v>37</c:v>
                </c:pt>
                <c:pt idx="183">
                  <c:v>24</c:v>
                </c:pt>
                <c:pt idx="184">
                  <c:v>35</c:v>
                </c:pt>
                <c:pt idx="185">
                  <c:v>40</c:v>
                </c:pt>
                <c:pt idx="186">
                  <c:v>46</c:v>
                </c:pt>
                <c:pt idx="187">
                  <c:v>36</c:v>
                </c:pt>
                <c:pt idx="188">
                  <c:v>46</c:v>
                </c:pt>
                <c:pt idx="189">
                  <c:v>35</c:v>
                </c:pt>
                <c:pt idx="190">
                  <c:v>53</c:v>
                </c:pt>
                <c:pt idx="191">
                  <c:v>53</c:v>
                </c:pt>
                <c:pt idx="192">
                  <c:v>52</c:v>
                </c:pt>
                <c:pt idx="193">
                  <c:v>65</c:v>
                </c:pt>
                <c:pt idx="194">
                  <c:v>52</c:v>
                </c:pt>
                <c:pt idx="195">
                  <c:v>62</c:v>
                </c:pt>
                <c:pt idx="196">
                  <c:v>77</c:v>
                </c:pt>
                <c:pt idx="197">
                  <c:v>61</c:v>
                </c:pt>
                <c:pt idx="198">
                  <c:v>70</c:v>
                </c:pt>
                <c:pt idx="199">
                  <c:v>66</c:v>
                </c:pt>
                <c:pt idx="200">
                  <c:v>73</c:v>
                </c:pt>
                <c:pt idx="201">
                  <c:v>73</c:v>
                </c:pt>
                <c:pt idx="202">
                  <c:v>80</c:v>
                </c:pt>
                <c:pt idx="203">
                  <c:v>75</c:v>
                </c:pt>
                <c:pt idx="204">
                  <c:v>90</c:v>
                </c:pt>
                <c:pt idx="205">
                  <c:v>78</c:v>
                </c:pt>
                <c:pt idx="206">
                  <c:v>90</c:v>
                </c:pt>
                <c:pt idx="207">
                  <c:v>88</c:v>
                </c:pt>
                <c:pt idx="208">
                  <c:v>83</c:v>
                </c:pt>
                <c:pt idx="209">
                  <c:v>92</c:v>
                </c:pt>
                <c:pt idx="210">
                  <c:v>99</c:v>
                </c:pt>
                <c:pt idx="211">
                  <c:v>93</c:v>
                </c:pt>
                <c:pt idx="212">
                  <c:v>115</c:v>
                </c:pt>
                <c:pt idx="213">
                  <c:v>108</c:v>
                </c:pt>
                <c:pt idx="214">
                  <c:v>112</c:v>
                </c:pt>
                <c:pt idx="215">
                  <c:v>86</c:v>
                </c:pt>
                <c:pt idx="216">
                  <c:v>98</c:v>
                </c:pt>
                <c:pt idx="217">
                  <c:v>100</c:v>
                </c:pt>
                <c:pt idx="218">
                  <c:v>95</c:v>
                </c:pt>
                <c:pt idx="219">
                  <c:v>98</c:v>
                </c:pt>
                <c:pt idx="220">
                  <c:v>90</c:v>
                </c:pt>
                <c:pt idx="221">
                  <c:v>107</c:v>
                </c:pt>
                <c:pt idx="222">
                  <c:v>101</c:v>
                </c:pt>
                <c:pt idx="223">
                  <c:v>104</c:v>
                </c:pt>
                <c:pt idx="224">
                  <c:v>98</c:v>
                </c:pt>
                <c:pt idx="225">
                  <c:v>101</c:v>
                </c:pt>
                <c:pt idx="226">
                  <c:v>94</c:v>
                </c:pt>
                <c:pt idx="227">
                  <c:v>108</c:v>
                </c:pt>
                <c:pt idx="228">
                  <c:v>103</c:v>
                </c:pt>
                <c:pt idx="229">
                  <c:v>95</c:v>
                </c:pt>
                <c:pt idx="230">
                  <c:v>107</c:v>
                </c:pt>
                <c:pt idx="231">
                  <c:v>116</c:v>
                </c:pt>
                <c:pt idx="232">
                  <c:v>109</c:v>
                </c:pt>
                <c:pt idx="233">
                  <c:v>84</c:v>
                </c:pt>
                <c:pt idx="234">
                  <c:v>98</c:v>
                </c:pt>
                <c:pt idx="235">
                  <c:v>115</c:v>
                </c:pt>
                <c:pt idx="236">
                  <c:v>95</c:v>
                </c:pt>
                <c:pt idx="237">
                  <c:v>106</c:v>
                </c:pt>
                <c:pt idx="238">
                  <c:v>118</c:v>
                </c:pt>
                <c:pt idx="239">
                  <c:v>127</c:v>
                </c:pt>
                <c:pt idx="240">
                  <c:v>104</c:v>
                </c:pt>
                <c:pt idx="241">
                  <c:v>131</c:v>
                </c:pt>
                <c:pt idx="242">
                  <c:v>130</c:v>
                </c:pt>
                <c:pt idx="243">
                  <c:v>138</c:v>
                </c:pt>
                <c:pt idx="244">
                  <c:v>167</c:v>
                </c:pt>
                <c:pt idx="245">
                  <c:v>170</c:v>
                </c:pt>
                <c:pt idx="246">
                  <c:v>165</c:v>
                </c:pt>
                <c:pt idx="247">
                  <c:v>149</c:v>
                </c:pt>
                <c:pt idx="248">
                  <c:v>151</c:v>
                </c:pt>
                <c:pt idx="249">
                  <c:v>173</c:v>
                </c:pt>
                <c:pt idx="250">
                  <c:v>150</c:v>
                </c:pt>
                <c:pt idx="251">
                  <c:v>162</c:v>
                </c:pt>
                <c:pt idx="252">
                  <c:v>175</c:v>
                </c:pt>
                <c:pt idx="253">
                  <c:v>176</c:v>
                </c:pt>
                <c:pt idx="254">
                  <c:v>180</c:v>
                </c:pt>
                <c:pt idx="255">
                  <c:v>168</c:v>
                </c:pt>
                <c:pt idx="256">
                  <c:v>185</c:v>
                </c:pt>
                <c:pt idx="257">
                  <c:v>181</c:v>
                </c:pt>
                <c:pt idx="258">
                  <c:v>172</c:v>
                </c:pt>
                <c:pt idx="259">
                  <c:v>187</c:v>
                </c:pt>
                <c:pt idx="260">
                  <c:v>218</c:v>
                </c:pt>
                <c:pt idx="261">
                  <c:v>184</c:v>
                </c:pt>
                <c:pt idx="262">
                  <c:v>194</c:v>
                </c:pt>
                <c:pt idx="263">
                  <c:v>131</c:v>
                </c:pt>
                <c:pt idx="264">
                  <c:v>176</c:v>
                </c:pt>
                <c:pt idx="265">
                  <c:v>136</c:v>
                </c:pt>
                <c:pt idx="266">
                  <c:v>153</c:v>
                </c:pt>
                <c:pt idx="267">
                  <c:v>159</c:v>
                </c:pt>
                <c:pt idx="268">
                  <c:v>143</c:v>
                </c:pt>
                <c:pt idx="269">
                  <c:v>156</c:v>
                </c:pt>
                <c:pt idx="270">
                  <c:v>151</c:v>
                </c:pt>
                <c:pt idx="271">
                  <c:v>148</c:v>
                </c:pt>
                <c:pt idx="272">
                  <c:v>184</c:v>
                </c:pt>
                <c:pt idx="273">
                  <c:v>204</c:v>
                </c:pt>
                <c:pt idx="274">
                  <c:v>215</c:v>
                </c:pt>
                <c:pt idx="275">
                  <c:v>198</c:v>
                </c:pt>
                <c:pt idx="276">
                  <c:v>199</c:v>
                </c:pt>
                <c:pt idx="277">
                  <c:v>188</c:v>
                </c:pt>
                <c:pt idx="278">
                  <c:v>197</c:v>
                </c:pt>
                <c:pt idx="279">
                  <c:v>192</c:v>
                </c:pt>
                <c:pt idx="280">
                  <c:v>200</c:v>
                </c:pt>
                <c:pt idx="281">
                  <c:v>192</c:v>
                </c:pt>
                <c:pt idx="282">
                  <c:v>172</c:v>
                </c:pt>
                <c:pt idx="283">
                  <c:v>160</c:v>
                </c:pt>
                <c:pt idx="284">
                  <c:v>168</c:v>
                </c:pt>
                <c:pt idx="285">
                  <c:v>171</c:v>
                </c:pt>
                <c:pt idx="286">
                  <c:v>154</c:v>
                </c:pt>
                <c:pt idx="287">
                  <c:v>146</c:v>
                </c:pt>
                <c:pt idx="288">
                  <c:v>166</c:v>
                </c:pt>
                <c:pt idx="289">
                  <c:v>134</c:v>
                </c:pt>
                <c:pt idx="290">
                  <c:v>149</c:v>
                </c:pt>
                <c:pt idx="291">
                  <c:v>132</c:v>
                </c:pt>
                <c:pt idx="292">
                  <c:v>131</c:v>
                </c:pt>
                <c:pt idx="293">
                  <c:v>104</c:v>
                </c:pt>
                <c:pt idx="294">
                  <c:v>105</c:v>
                </c:pt>
                <c:pt idx="295">
                  <c:v>105</c:v>
                </c:pt>
                <c:pt idx="296">
                  <c:v>90</c:v>
                </c:pt>
                <c:pt idx="297">
                  <c:v>101</c:v>
                </c:pt>
                <c:pt idx="298">
                  <c:v>92</c:v>
                </c:pt>
                <c:pt idx="299">
                  <c:v>68</c:v>
                </c:pt>
                <c:pt idx="300">
                  <c:v>75</c:v>
                </c:pt>
                <c:pt idx="301">
                  <c:v>73</c:v>
                </c:pt>
                <c:pt idx="302">
                  <c:v>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CBA-4E69-9E1F-898182B96F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14261503"/>
        <c:axId val="1618125999"/>
      </c:lineChart>
      <c:dateAx>
        <c:axId val="161476244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100" dirty="0">
                    <a:solidFill>
                      <a:schemeClr val="tx1"/>
                    </a:solidFill>
                  </a:rPr>
                  <a:t>Месяц</a:t>
                </a:r>
              </a:p>
            </c:rich>
          </c:tx>
          <c:layout>
            <c:manualLayout>
              <c:xMode val="edge"/>
              <c:yMode val="edge"/>
              <c:x val="6.7117173617906742E-2"/>
              <c:y val="0.9061926850896142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14763279"/>
        <c:crosses val="autoZero"/>
        <c:auto val="1"/>
        <c:lblOffset val="100"/>
        <c:baseTimeUnit val="days"/>
        <c:majorUnit val="1"/>
        <c:majorTimeUnit val="months"/>
        <c:minorUnit val="1"/>
        <c:minorTimeUnit val="months"/>
      </c:dateAx>
      <c:valAx>
        <c:axId val="1614763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AAC4E9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100">
                    <a:solidFill>
                      <a:schemeClr val="tx1"/>
                    </a:solidFill>
                  </a:rPr>
                  <a:t>Количество</a:t>
                </a:r>
                <a:r>
                  <a:rPr lang="ru-RU" sz="1100" baseline="0">
                    <a:solidFill>
                      <a:schemeClr val="tx1"/>
                    </a:solidFill>
                  </a:rPr>
                  <a:t> пользователей</a:t>
                </a:r>
                <a:endParaRPr lang="ru-RU" sz="1100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14762447"/>
        <c:crosses val="autoZero"/>
        <c:crossBetween val="between"/>
      </c:valAx>
      <c:valAx>
        <c:axId val="1618125999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100" dirty="0">
                    <a:solidFill>
                      <a:schemeClr val="tx1"/>
                    </a:solidFill>
                  </a:rPr>
                  <a:t>Количество пользователей в день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solidFill>
              <a:srgbClr val="00B0F0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14261503"/>
        <c:crosses val="max"/>
        <c:crossBetween val="between"/>
      </c:valAx>
      <c:dateAx>
        <c:axId val="1714261503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618125999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800" b="0" i="0" baseline="0" dirty="0">
                <a:solidFill>
                  <a:schemeClr val="tx1"/>
                </a:solidFill>
                <a:effectLst/>
              </a:rPr>
              <a:t>Sticky Factor </a:t>
            </a:r>
            <a:r>
              <a:rPr lang="ru-RU" sz="1800" b="0" i="0" baseline="0" dirty="0">
                <a:solidFill>
                  <a:schemeClr val="tx1"/>
                </a:solidFill>
                <a:effectLst/>
              </a:rPr>
              <a:t>в динамике</a:t>
            </a:r>
            <a:endParaRPr lang="ru-RU" sz="1800" dirty="0">
              <a:solidFill>
                <a:schemeClr val="tx1"/>
              </a:solidFill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запроса'!$G$1</c:f>
              <c:strCache>
                <c:ptCount val="1"/>
                <c:pt idx="0">
                  <c:v>SFWeek</c:v>
                </c:pt>
              </c:strCache>
            </c:strRef>
          </c:tx>
          <c:spPr>
            <a:ln w="12700"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запроса'!$C$2:$C$304</c:f>
              <c:numCache>
                <c:formatCode>m/d/yyyy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'Результат запроса'!$G$2:$G$304</c:f>
              <c:numCache>
                <c:formatCode>General</c:formatCode>
                <c:ptCount val="303"/>
                <c:pt idx="0" formatCode="#\ ##0.0">
                  <c:v>0.5</c:v>
                </c:pt>
                <c:pt idx="2" formatCode="#\ ##0.0">
                  <c:v>8.4745762711864403E-2</c:v>
                </c:pt>
                <c:pt idx="3" formatCode="#\ ##0.0">
                  <c:v>0.16949152542372881</c:v>
                </c:pt>
                <c:pt idx="4" formatCode="#\ ##0.0">
                  <c:v>8.4745762711864403E-2</c:v>
                </c:pt>
                <c:pt idx="5" formatCode="#\ ##0.0">
                  <c:v>0.22033898305084745</c:v>
                </c:pt>
                <c:pt idx="6" formatCode="#\ ##0.0">
                  <c:v>0.3728813559322034</c:v>
                </c:pt>
                <c:pt idx="7" formatCode="#\ ##0.0">
                  <c:v>0.3728813559322034</c:v>
                </c:pt>
                <c:pt idx="8" formatCode="#\ ##0.0">
                  <c:v>0.44067796610169491</c:v>
                </c:pt>
                <c:pt idx="9" formatCode="#\ ##0.0">
                  <c:v>0.25</c:v>
                </c:pt>
                <c:pt idx="10" formatCode="#\ ##0.0">
                  <c:v>0.2608695652173913</c:v>
                </c:pt>
                <c:pt idx="11" formatCode="#\ ##0.0">
                  <c:v>0.32608695652173914</c:v>
                </c:pt>
                <c:pt idx="12" formatCode="#\ ##0.0">
                  <c:v>0.34782608695652173</c:v>
                </c:pt>
                <c:pt idx="13" formatCode="#\ ##0.0">
                  <c:v>0.27173913043478259</c:v>
                </c:pt>
                <c:pt idx="14" formatCode="#\ ##0.0">
                  <c:v>0.36956521739130432</c:v>
                </c:pt>
                <c:pt idx="15" formatCode="#\ ##0.0">
                  <c:v>0.42391304347826086</c:v>
                </c:pt>
                <c:pt idx="16" formatCode="#\ ##0.0">
                  <c:v>0.16541353383458646</c:v>
                </c:pt>
                <c:pt idx="17" formatCode="#\ ##0.0">
                  <c:v>0.2857142857142857</c:v>
                </c:pt>
                <c:pt idx="18" formatCode="#\ ##0.0">
                  <c:v>0.25563909774436089</c:v>
                </c:pt>
                <c:pt idx="19" formatCode="#\ ##0.0">
                  <c:v>0.37593984962406013</c:v>
                </c:pt>
                <c:pt idx="20" formatCode="#\ ##0.0">
                  <c:v>0.32330827067669171</c:v>
                </c:pt>
                <c:pt idx="21" formatCode="#\ ##0.0">
                  <c:v>0.32330827067669171</c:v>
                </c:pt>
                <c:pt idx="22" formatCode="#\ ##0.0">
                  <c:v>0.39849624060150374</c:v>
                </c:pt>
                <c:pt idx="23" formatCode="#\ ##0.0">
                  <c:v>0.34426229508196721</c:v>
                </c:pt>
                <c:pt idx="24" formatCode="#\ ##0.0">
                  <c:v>0.26229508196721313</c:v>
                </c:pt>
                <c:pt idx="25" formatCode="#\ ##0.0">
                  <c:v>0.32240437158469948</c:v>
                </c:pt>
                <c:pt idx="26" formatCode="#\ ##0.0">
                  <c:v>0.32240437158469948</c:v>
                </c:pt>
                <c:pt idx="27" formatCode="#\ ##0.0">
                  <c:v>0.33333333333333331</c:v>
                </c:pt>
                <c:pt idx="28" formatCode="#\ ##0.0">
                  <c:v>0.34972677595628415</c:v>
                </c:pt>
                <c:pt idx="29" formatCode="#\ ##0.0">
                  <c:v>0.34972677595628415</c:v>
                </c:pt>
                <c:pt idx="30" formatCode="#\ ##0.0">
                  <c:v>0.25742574257425743</c:v>
                </c:pt>
                <c:pt idx="31" formatCode="#\ ##0.0">
                  <c:v>0.30693069306930693</c:v>
                </c:pt>
                <c:pt idx="32" formatCode="#\ ##0.0">
                  <c:v>0.2722772277227723</c:v>
                </c:pt>
                <c:pt idx="33" formatCode="#\ ##0.0">
                  <c:v>0.29702970297029702</c:v>
                </c:pt>
                <c:pt idx="34" formatCode="#\ ##0.0">
                  <c:v>0.25742574257425743</c:v>
                </c:pt>
                <c:pt idx="35" formatCode="#\ ##0.0">
                  <c:v>0.30693069306930693</c:v>
                </c:pt>
                <c:pt idx="36" formatCode="#\ ##0.0">
                  <c:v>0.29207920792079206</c:v>
                </c:pt>
                <c:pt idx="37" formatCode="#\ ##0.0">
                  <c:v>0.30051813471502592</c:v>
                </c:pt>
                <c:pt idx="38" formatCode="#\ ##0.0">
                  <c:v>0.27461139896373055</c:v>
                </c:pt>
                <c:pt idx="39" formatCode="#\ ##0.0">
                  <c:v>0.28497409326424872</c:v>
                </c:pt>
                <c:pt idx="40" formatCode="#\ ##0.0">
                  <c:v>0.33678756476683935</c:v>
                </c:pt>
                <c:pt idx="41" formatCode="#\ ##0.0">
                  <c:v>0.27979274611398963</c:v>
                </c:pt>
                <c:pt idx="42" formatCode="#\ ##0.0">
                  <c:v>0.38341968911917096</c:v>
                </c:pt>
                <c:pt idx="43" formatCode="#\ ##0.0">
                  <c:v>0.30569948186528495</c:v>
                </c:pt>
                <c:pt idx="44" formatCode="#\ ##0.0">
                  <c:v>0.26865671641791045</c:v>
                </c:pt>
                <c:pt idx="45" formatCode="#\ ##0.0">
                  <c:v>0.3383084577114428</c:v>
                </c:pt>
                <c:pt idx="46" formatCode="#\ ##0.0">
                  <c:v>0.29353233830845771</c:v>
                </c:pt>
                <c:pt idx="47" formatCode="#\ ##0.0">
                  <c:v>0.30348258706467662</c:v>
                </c:pt>
                <c:pt idx="48" formatCode="#\ ##0.0">
                  <c:v>0.28855721393034828</c:v>
                </c:pt>
                <c:pt idx="49" formatCode="#\ ##0.0">
                  <c:v>0.33333333333333331</c:v>
                </c:pt>
                <c:pt idx="50" formatCode="#\ ##0.0">
                  <c:v>0.30845771144278605</c:v>
                </c:pt>
                <c:pt idx="51" formatCode="#\ ##0.0">
                  <c:v>0.25728155339805825</c:v>
                </c:pt>
                <c:pt idx="52" formatCode="#\ ##0.0">
                  <c:v>0.29126213592233008</c:v>
                </c:pt>
                <c:pt idx="53" formatCode="#\ ##0.0">
                  <c:v>0.32524271844660196</c:v>
                </c:pt>
                <c:pt idx="54" formatCode="#\ ##0.0">
                  <c:v>0.32524271844660196</c:v>
                </c:pt>
                <c:pt idx="55" formatCode="#\ ##0.0">
                  <c:v>0.29611650485436891</c:v>
                </c:pt>
                <c:pt idx="56" formatCode="#\ ##0.0">
                  <c:v>0.30582524271844658</c:v>
                </c:pt>
                <c:pt idx="57" formatCode="#\ ##0.0">
                  <c:v>0.29611650485436891</c:v>
                </c:pt>
                <c:pt idx="58" formatCode="#\ ##0.0">
                  <c:v>0.28125</c:v>
                </c:pt>
                <c:pt idx="59" formatCode="#\ ##0.0">
                  <c:v>0.375</c:v>
                </c:pt>
                <c:pt idx="60" formatCode="#\ ##0.0">
                  <c:v>0.28125</c:v>
                </c:pt>
                <c:pt idx="61" formatCode="#\ ##0.0">
                  <c:v>0.34375</c:v>
                </c:pt>
                <c:pt idx="62" formatCode="#\ ##0.0">
                  <c:v>0.31770833333333331</c:v>
                </c:pt>
                <c:pt idx="63" formatCode="#\ ##0.0">
                  <c:v>0.30208333333333331</c:v>
                </c:pt>
                <c:pt idx="64" formatCode="#\ ##0.0">
                  <c:v>0.33333333333333331</c:v>
                </c:pt>
                <c:pt idx="65" formatCode="#\ ##0.0">
                  <c:v>0.31632653061224492</c:v>
                </c:pt>
                <c:pt idx="66" formatCode="#\ ##0.0">
                  <c:v>0.23469387755102042</c:v>
                </c:pt>
                <c:pt idx="67" formatCode="#\ ##0.0">
                  <c:v>0.25</c:v>
                </c:pt>
                <c:pt idx="68" formatCode="#\ ##0.0">
                  <c:v>0.30102040816326531</c:v>
                </c:pt>
                <c:pt idx="69" formatCode="#\ ##0.0">
                  <c:v>0.30612244897959184</c:v>
                </c:pt>
                <c:pt idx="70" formatCode="#\ ##0.0">
                  <c:v>0.27040816326530615</c:v>
                </c:pt>
                <c:pt idx="71" formatCode="#\ ##0.0">
                  <c:v>0.31122448979591838</c:v>
                </c:pt>
                <c:pt idx="72" formatCode="#\ ##0.0">
                  <c:v>0.28292682926829266</c:v>
                </c:pt>
                <c:pt idx="73" formatCode="#\ ##0.0">
                  <c:v>0.31219512195121951</c:v>
                </c:pt>
                <c:pt idx="74" formatCode="#\ ##0.0">
                  <c:v>0.31707317073170732</c:v>
                </c:pt>
                <c:pt idx="75" formatCode="#\ ##0.0">
                  <c:v>0.36097560975609755</c:v>
                </c:pt>
                <c:pt idx="76" formatCode="#\ ##0.0">
                  <c:v>0.28292682926829266</c:v>
                </c:pt>
                <c:pt idx="77" formatCode="#\ ##0.0">
                  <c:v>0.30243902439024389</c:v>
                </c:pt>
                <c:pt idx="78" formatCode="#\ ##0.0">
                  <c:v>0.33658536585365856</c:v>
                </c:pt>
                <c:pt idx="79" formatCode="#\ ##0.0">
                  <c:v>0.30985915492957744</c:v>
                </c:pt>
                <c:pt idx="80" formatCode="#\ ##0.0">
                  <c:v>0.31455399061032863</c:v>
                </c:pt>
                <c:pt idx="81" formatCode="#\ ##0.0">
                  <c:v>0.33333333333333331</c:v>
                </c:pt>
                <c:pt idx="82" formatCode="#\ ##0.0">
                  <c:v>0.31455399061032863</c:v>
                </c:pt>
                <c:pt idx="83" formatCode="#\ ##0.0">
                  <c:v>0.25821596244131456</c:v>
                </c:pt>
                <c:pt idx="84" formatCode="#\ ##0.0">
                  <c:v>0.27230046948356806</c:v>
                </c:pt>
                <c:pt idx="85" formatCode="#\ ##0.0">
                  <c:v>0.34272300469483569</c:v>
                </c:pt>
                <c:pt idx="86" formatCode="#\ ##0.0">
                  <c:v>0.27884615384615385</c:v>
                </c:pt>
                <c:pt idx="87" formatCode="#\ ##0.0">
                  <c:v>0.36538461538461536</c:v>
                </c:pt>
                <c:pt idx="88" formatCode="#\ ##0.0">
                  <c:v>0.29807692307692307</c:v>
                </c:pt>
                <c:pt idx="89" formatCode="#\ ##0.0">
                  <c:v>0.31730769230769229</c:v>
                </c:pt>
                <c:pt idx="90" formatCode="#\ ##0.0">
                  <c:v>0.28365384615384615</c:v>
                </c:pt>
                <c:pt idx="91" formatCode="#\ ##0.0">
                  <c:v>0.29326923076923078</c:v>
                </c:pt>
                <c:pt idx="92" formatCode="#\ ##0.0">
                  <c:v>0.25</c:v>
                </c:pt>
                <c:pt idx="93" formatCode="#\ ##0.0">
                  <c:v>0.33333333333333331</c:v>
                </c:pt>
                <c:pt idx="94" formatCode="#\ ##0.0">
                  <c:v>0.33816425120772947</c:v>
                </c:pt>
                <c:pt idx="95" formatCode="#\ ##0.0">
                  <c:v>0.21739130434782608</c:v>
                </c:pt>
                <c:pt idx="96" formatCode="#\ ##0.0">
                  <c:v>0.3719806763285024</c:v>
                </c:pt>
                <c:pt idx="97" formatCode="#\ ##0.0">
                  <c:v>0.29468599033816423</c:v>
                </c:pt>
                <c:pt idx="98" formatCode="#\ ##0.0">
                  <c:v>0.27053140096618356</c:v>
                </c:pt>
                <c:pt idx="99" formatCode="#\ ##0.0">
                  <c:v>0.3188405797101449</c:v>
                </c:pt>
                <c:pt idx="100" formatCode="#\ ##0.0">
                  <c:v>0.25</c:v>
                </c:pt>
                <c:pt idx="101" formatCode="#\ ##0.0">
                  <c:v>0.28921568627450983</c:v>
                </c:pt>
                <c:pt idx="102" formatCode="#\ ##0.0">
                  <c:v>0.31862745098039214</c:v>
                </c:pt>
                <c:pt idx="103" formatCode="#\ ##0.0">
                  <c:v>0.25980392156862747</c:v>
                </c:pt>
                <c:pt idx="104" formatCode="#\ ##0.0">
                  <c:v>0.35294117647058826</c:v>
                </c:pt>
                <c:pt idx="105" formatCode="#\ ##0.0">
                  <c:v>0.30392156862745096</c:v>
                </c:pt>
                <c:pt idx="106" formatCode="#\ ##0.0">
                  <c:v>0.30392156862745096</c:v>
                </c:pt>
                <c:pt idx="107" formatCode="#\ ##0.0">
                  <c:v>0.34825870646766172</c:v>
                </c:pt>
                <c:pt idx="108" formatCode="#\ ##0.0">
                  <c:v>0.30845771144278605</c:v>
                </c:pt>
                <c:pt idx="109" formatCode="#\ ##0.0">
                  <c:v>0.4079601990049751</c:v>
                </c:pt>
                <c:pt idx="110" formatCode="#\ ##0.0">
                  <c:v>0.25870646766169153</c:v>
                </c:pt>
                <c:pt idx="111" formatCode="#\ ##0.0">
                  <c:v>0.32338308457711445</c:v>
                </c:pt>
                <c:pt idx="112" formatCode="#\ ##0.0">
                  <c:v>0.31840796019900497</c:v>
                </c:pt>
                <c:pt idx="113" formatCode="#\ ##0.0">
                  <c:v>0.28358208955223879</c:v>
                </c:pt>
                <c:pt idx="114" formatCode="#\ ##0.0">
                  <c:v>0.27230046948356806</c:v>
                </c:pt>
                <c:pt idx="115" formatCode="#\ ##0.0">
                  <c:v>0.30985915492957744</c:v>
                </c:pt>
                <c:pt idx="116" formatCode="#\ ##0.0">
                  <c:v>0.28169014084507044</c:v>
                </c:pt>
                <c:pt idx="117" formatCode="#\ ##0.0">
                  <c:v>0.25821596244131456</c:v>
                </c:pt>
                <c:pt idx="118" formatCode="#\ ##0.0">
                  <c:v>0.30516431924882631</c:v>
                </c:pt>
                <c:pt idx="119" formatCode="#\ ##0.0">
                  <c:v>0.25352112676056338</c:v>
                </c:pt>
                <c:pt idx="120" formatCode="#\ ##0.0">
                  <c:v>0.30985915492957744</c:v>
                </c:pt>
                <c:pt idx="121" formatCode="#\ ##0.0">
                  <c:v>0.3364485981308411</c:v>
                </c:pt>
                <c:pt idx="122" formatCode="#\ ##0.0">
                  <c:v>0.27102803738317754</c:v>
                </c:pt>
                <c:pt idx="123" formatCode="#\ ##0.0">
                  <c:v>0.2570093457943925</c:v>
                </c:pt>
                <c:pt idx="124" formatCode="#\ ##0.0">
                  <c:v>0.26168224299065418</c:v>
                </c:pt>
                <c:pt idx="125" formatCode="#\ ##0.0">
                  <c:v>0.29439252336448596</c:v>
                </c:pt>
                <c:pt idx="126" formatCode="#\ ##0.0">
                  <c:v>0.32242990654205606</c:v>
                </c:pt>
                <c:pt idx="127" formatCode="#\ ##0.0">
                  <c:v>0.28971962616822428</c:v>
                </c:pt>
                <c:pt idx="128" formatCode="#\ ##0.0">
                  <c:v>0.29556650246305421</c:v>
                </c:pt>
                <c:pt idx="129" formatCode="#\ ##0.0">
                  <c:v>0.29556650246305421</c:v>
                </c:pt>
                <c:pt idx="130" formatCode="#\ ##0.0">
                  <c:v>0.29556650246305421</c:v>
                </c:pt>
                <c:pt idx="131" formatCode="#\ ##0.0">
                  <c:v>0.27093596059113301</c:v>
                </c:pt>
                <c:pt idx="132" formatCode="#\ ##0.0">
                  <c:v>0.30541871921182268</c:v>
                </c:pt>
                <c:pt idx="133" formatCode="#\ ##0.0">
                  <c:v>0.26108374384236455</c:v>
                </c:pt>
                <c:pt idx="134" formatCode="#\ ##0.0">
                  <c:v>0.26600985221674878</c:v>
                </c:pt>
                <c:pt idx="135" formatCode="#\ ##0.0">
                  <c:v>0.22772277227722773</c:v>
                </c:pt>
                <c:pt idx="136" formatCode="#\ ##0.0">
                  <c:v>0.2722772277227723</c:v>
                </c:pt>
                <c:pt idx="137" formatCode="#\ ##0.0">
                  <c:v>0.25247524752475248</c:v>
                </c:pt>
                <c:pt idx="138" formatCode="#\ ##0.0">
                  <c:v>0.28712871287128711</c:v>
                </c:pt>
                <c:pt idx="139" formatCode="#\ ##0.0">
                  <c:v>0.25247524752475248</c:v>
                </c:pt>
                <c:pt idx="140" formatCode="#\ ##0.0">
                  <c:v>0.19801980198019803</c:v>
                </c:pt>
                <c:pt idx="141" formatCode="#\ ##0.0">
                  <c:v>0.24752475247524752</c:v>
                </c:pt>
                <c:pt idx="142" formatCode="#\ ##0.0">
                  <c:v>0.20359281437125748</c:v>
                </c:pt>
                <c:pt idx="143" formatCode="#\ ##0.0">
                  <c:v>0.24550898203592814</c:v>
                </c:pt>
                <c:pt idx="144" formatCode="#\ ##0.0">
                  <c:v>0.23353293413173654</c:v>
                </c:pt>
                <c:pt idx="145" formatCode="#\ ##0.0">
                  <c:v>0.19161676646706588</c:v>
                </c:pt>
                <c:pt idx="146" formatCode="#\ ##0.0">
                  <c:v>0.19161676646706588</c:v>
                </c:pt>
                <c:pt idx="147" formatCode="#\ ##0.0">
                  <c:v>0.18562874251497005</c:v>
                </c:pt>
                <c:pt idx="148" formatCode="#\ ##0.0">
                  <c:v>0.20958083832335328</c:v>
                </c:pt>
                <c:pt idx="149" formatCode="#\ ##0.0">
                  <c:v>0.20382165605095542</c:v>
                </c:pt>
                <c:pt idx="150" formatCode="#\ ##0.0">
                  <c:v>0.1464968152866242</c:v>
                </c:pt>
                <c:pt idx="151" formatCode="#\ ##0.0">
                  <c:v>0.22292993630573249</c:v>
                </c:pt>
                <c:pt idx="152" formatCode="#\ ##0.0">
                  <c:v>0.20382165605095542</c:v>
                </c:pt>
                <c:pt idx="153" formatCode="#\ ##0.0">
                  <c:v>0.15923566878980891</c:v>
                </c:pt>
                <c:pt idx="154" formatCode="#\ ##0.0">
                  <c:v>0.12101910828025478</c:v>
                </c:pt>
                <c:pt idx="155" formatCode="#\ ##0.0">
                  <c:v>0.19108280254777071</c:v>
                </c:pt>
                <c:pt idx="156" formatCode="#\ ##0.0">
                  <c:v>0.14743589743589744</c:v>
                </c:pt>
                <c:pt idx="157" formatCode="#\ ##0.0">
                  <c:v>0.20512820512820512</c:v>
                </c:pt>
                <c:pt idx="158" formatCode="#\ ##0.0">
                  <c:v>0.22435897435897437</c:v>
                </c:pt>
                <c:pt idx="159" formatCode="#\ ##0.0">
                  <c:v>0.1858974358974359</c:v>
                </c:pt>
                <c:pt idx="160" formatCode="#\ ##0.0">
                  <c:v>0.23076923076923078</c:v>
                </c:pt>
                <c:pt idx="161" formatCode="#\ ##0.0">
                  <c:v>0.19230769230769232</c:v>
                </c:pt>
                <c:pt idx="162" formatCode="#\ ##0.0">
                  <c:v>0.16025641025641027</c:v>
                </c:pt>
                <c:pt idx="163" formatCode="#\ ##0.0">
                  <c:v>0.20261437908496732</c:v>
                </c:pt>
                <c:pt idx="164" formatCode="#\ ##0.0">
                  <c:v>0.22222222222222221</c:v>
                </c:pt>
                <c:pt idx="165" formatCode="#\ ##0.0">
                  <c:v>0.1437908496732026</c:v>
                </c:pt>
                <c:pt idx="166" formatCode="#\ ##0.0">
                  <c:v>0.16993464052287582</c:v>
                </c:pt>
                <c:pt idx="167" formatCode="#\ ##0.0">
                  <c:v>0.17647058823529413</c:v>
                </c:pt>
                <c:pt idx="168" formatCode="#\ ##0.0">
                  <c:v>0.18300653594771241</c:v>
                </c:pt>
                <c:pt idx="169" formatCode="#\ ##0.0">
                  <c:v>0.13071895424836602</c:v>
                </c:pt>
                <c:pt idx="170" formatCode="#\ ##0.0">
                  <c:v>0.22068965517241379</c:v>
                </c:pt>
                <c:pt idx="171" formatCode="#\ ##0.0">
                  <c:v>0.19310344827586207</c:v>
                </c:pt>
                <c:pt idx="172" formatCode="#\ ##0.0">
                  <c:v>0.19310344827586207</c:v>
                </c:pt>
                <c:pt idx="173" formatCode="#\ ##0.0">
                  <c:v>0.2</c:v>
                </c:pt>
                <c:pt idx="174" formatCode="#\ ##0.0">
                  <c:v>0.24827586206896551</c:v>
                </c:pt>
                <c:pt idx="175" formatCode="#\ ##0.0">
                  <c:v>0.16551724137931034</c:v>
                </c:pt>
                <c:pt idx="176" formatCode="#\ ##0.0">
                  <c:v>0.22758620689655173</c:v>
                </c:pt>
                <c:pt idx="177" formatCode="#\ ##0.0">
                  <c:v>0.18439716312056736</c:v>
                </c:pt>
                <c:pt idx="178" formatCode="#\ ##0.0">
                  <c:v>0.1702127659574468</c:v>
                </c:pt>
                <c:pt idx="179" formatCode="#\ ##0.0">
                  <c:v>0.22695035460992907</c:v>
                </c:pt>
                <c:pt idx="180" formatCode="#\ ##0.0">
                  <c:v>0.20567375886524822</c:v>
                </c:pt>
                <c:pt idx="181" formatCode="#\ ##0.0">
                  <c:v>0.15602836879432624</c:v>
                </c:pt>
                <c:pt idx="182" formatCode="#\ ##0.0">
                  <c:v>0.26241134751773049</c:v>
                </c:pt>
                <c:pt idx="183" formatCode="#\ ##0.0">
                  <c:v>0.1702127659574468</c:v>
                </c:pt>
                <c:pt idx="184" formatCode="#\ ##0.0">
                  <c:v>0.18421052631578946</c:v>
                </c:pt>
                <c:pt idx="185" formatCode="#\ ##0.0">
                  <c:v>0.21052631578947367</c:v>
                </c:pt>
                <c:pt idx="186" formatCode="#\ ##0.0">
                  <c:v>0.24210526315789474</c:v>
                </c:pt>
                <c:pt idx="187" formatCode="#\ ##0.0">
                  <c:v>0.18947368421052632</c:v>
                </c:pt>
                <c:pt idx="188" formatCode="#\ ##0.0">
                  <c:v>0.24210526315789474</c:v>
                </c:pt>
                <c:pt idx="189" formatCode="#\ ##0.0">
                  <c:v>0.18421052631578946</c:v>
                </c:pt>
                <c:pt idx="190" formatCode="#\ ##0.0">
                  <c:v>0.27894736842105261</c:v>
                </c:pt>
                <c:pt idx="191" formatCode="#\ ##0.0">
                  <c:v>0.22746781115879827</c:v>
                </c:pt>
                <c:pt idx="192" formatCode="#\ ##0.0">
                  <c:v>0.22317596566523606</c:v>
                </c:pt>
                <c:pt idx="193" formatCode="#\ ##0.0">
                  <c:v>0.27896995708154504</c:v>
                </c:pt>
                <c:pt idx="194" formatCode="#\ ##0.0">
                  <c:v>0.22317596566523606</c:v>
                </c:pt>
                <c:pt idx="195" formatCode="#\ ##0.0">
                  <c:v>0.26609442060085836</c:v>
                </c:pt>
                <c:pt idx="196" formatCode="#\ ##0.0">
                  <c:v>0.33047210300429186</c:v>
                </c:pt>
                <c:pt idx="197" formatCode="#\ ##0.0">
                  <c:v>0.26180257510729615</c:v>
                </c:pt>
                <c:pt idx="198" formatCode="#\ ##0.0">
                  <c:v>0.25735294117647056</c:v>
                </c:pt>
                <c:pt idx="199" formatCode="#\ ##0.0">
                  <c:v>0.24264705882352941</c:v>
                </c:pt>
                <c:pt idx="200" formatCode="#\ ##0.0">
                  <c:v>0.26838235294117646</c:v>
                </c:pt>
                <c:pt idx="201" formatCode="#\ ##0.0">
                  <c:v>0.26838235294117646</c:v>
                </c:pt>
                <c:pt idx="202" formatCode="#\ ##0.0">
                  <c:v>0.29411764705882354</c:v>
                </c:pt>
                <c:pt idx="203" formatCode="#\ ##0.0">
                  <c:v>0.27573529411764708</c:v>
                </c:pt>
                <c:pt idx="204" formatCode="#\ ##0.0">
                  <c:v>0.33088235294117646</c:v>
                </c:pt>
                <c:pt idx="205" formatCode="#\ ##0.0">
                  <c:v>0.26440677966101694</c:v>
                </c:pt>
                <c:pt idx="206" formatCode="#\ ##0.0">
                  <c:v>0.30508474576271188</c:v>
                </c:pt>
                <c:pt idx="207" formatCode="#\ ##0.0">
                  <c:v>0.29830508474576273</c:v>
                </c:pt>
                <c:pt idx="208" formatCode="#\ ##0.0">
                  <c:v>0.28135593220338984</c:v>
                </c:pt>
                <c:pt idx="209" formatCode="#\ ##0.0">
                  <c:v>0.31186440677966104</c:v>
                </c:pt>
                <c:pt idx="210" formatCode="#\ ##0.0">
                  <c:v>0.33559322033898303</c:v>
                </c:pt>
                <c:pt idx="211" formatCode="#\ ##0.0">
                  <c:v>0.31525423728813562</c:v>
                </c:pt>
                <c:pt idx="212" formatCode="#\ ##0.0">
                  <c:v>0.33236994219653176</c:v>
                </c:pt>
                <c:pt idx="213" formatCode="#\ ##0.0">
                  <c:v>0.31213872832369943</c:v>
                </c:pt>
                <c:pt idx="214" formatCode="#\ ##0.0">
                  <c:v>0.32369942196531792</c:v>
                </c:pt>
                <c:pt idx="215" formatCode="#\ ##0.0">
                  <c:v>0.24855491329479767</c:v>
                </c:pt>
                <c:pt idx="216" formatCode="#\ ##0.0">
                  <c:v>0.2832369942196532</c:v>
                </c:pt>
                <c:pt idx="217" formatCode="#\ ##0.0">
                  <c:v>0.28901734104046245</c:v>
                </c:pt>
                <c:pt idx="218" formatCode="#\ ##0.0">
                  <c:v>0.27456647398843931</c:v>
                </c:pt>
                <c:pt idx="219" formatCode="#\ ##0.0">
                  <c:v>0.28823529411764703</c:v>
                </c:pt>
                <c:pt idx="220" formatCode="#\ ##0.0">
                  <c:v>0.26470588235294118</c:v>
                </c:pt>
                <c:pt idx="221" formatCode="#\ ##0.0">
                  <c:v>0.31470588235294117</c:v>
                </c:pt>
                <c:pt idx="222" formatCode="#\ ##0.0">
                  <c:v>0.29705882352941176</c:v>
                </c:pt>
                <c:pt idx="223" formatCode="#\ ##0.0">
                  <c:v>0.30588235294117649</c:v>
                </c:pt>
                <c:pt idx="224" formatCode="#\ ##0.0">
                  <c:v>0.28823529411764703</c:v>
                </c:pt>
                <c:pt idx="225" formatCode="#\ ##0.0">
                  <c:v>0.29705882352941176</c:v>
                </c:pt>
                <c:pt idx="226" formatCode="#\ ##0.0">
                  <c:v>0.27089337175792505</c:v>
                </c:pt>
                <c:pt idx="227" formatCode="#\ ##0.0">
                  <c:v>0.31123919308357351</c:v>
                </c:pt>
                <c:pt idx="228" formatCode="#\ ##0.0">
                  <c:v>0.29682997118155618</c:v>
                </c:pt>
                <c:pt idx="229" formatCode="#\ ##0.0">
                  <c:v>0.2737752161383285</c:v>
                </c:pt>
                <c:pt idx="230" formatCode="#\ ##0.0">
                  <c:v>0.30835734870317005</c:v>
                </c:pt>
                <c:pt idx="231" formatCode="#\ ##0.0">
                  <c:v>0.33429394812680113</c:v>
                </c:pt>
                <c:pt idx="232" formatCode="#\ ##0.0">
                  <c:v>0.31412103746397696</c:v>
                </c:pt>
                <c:pt idx="233" formatCode="#\ ##0.0">
                  <c:v>0.21875</c:v>
                </c:pt>
                <c:pt idx="234" formatCode="#\ ##0.0">
                  <c:v>0.25520833333333331</c:v>
                </c:pt>
                <c:pt idx="235" formatCode="#\ ##0.0">
                  <c:v>0.29947916666666669</c:v>
                </c:pt>
                <c:pt idx="236" formatCode="#\ ##0.0">
                  <c:v>0.24739583333333334</c:v>
                </c:pt>
                <c:pt idx="237" formatCode="#\ ##0.0">
                  <c:v>0.27604166666666669</c:v>
                </c:pt>
                <c:pt idx="238" formatCode="#\ ##0.0">
                  <c:v>0.30729166666666669</c:v>
                </c:pt>
                <c:pt idx="239" formatCode="#\ ##0.0">
                  <c:v>0.33072916666666669</c:v>
                </c:pt>
                <c:pt idx="240" formatCode="#\ ##0.0">
                  <c:v>0.1702127659574468</c:v>
                </c:pt>
                <c:pt idx="241" formatCode="#\ ##0.0">
                  <c:v>0.2144026186579378</c:v>
                </c:pt>
                <c:pt idx="242" formatCode="#\ ##0.0">
                  <c:v>0.21276595744680851</c:v>
                </c:pt>
                <c:pt idx="243" formatCode="#\ ##0.0">
                  <c:v>0.22585924713584288</c:v>
                </c:pt>
                <c:pt idx="244" formatCode="#\ ##0.0">
                  <c:v>0.27332242225859249</c:v>
                </c:pt>
                <c:pt idx="245" formatCode="#\ ##0.0">
                  <c:v>0.27823240589198034</c:v>
                </c:pt>
                <c:pt idx="246" formatCode="#\ ##0.0">
                  <c:v>0.27004909983633391</c:v>
                </c:pt>
                <c:pt idx="247" formatCode="#\ ##0.0">
                  <c:v>0.20926966292134833</c:v>
                </c:pt>
                <c:pt idx="248" formatCode="#\ ##0.0">
                  <c:v>0.21207865168539325</c:v>
                </c:pt>
                <c:pt idx="249" formatCode="#\ ##0.0">
                  <c:v>0.24297752808988765</c:v>
                </c:pt>
                <c:pt idx="250" formatCode="#\ ##0.0">
                  <c:v>0.21067415730337077</c:v>
                </c:pt>
                <c:pt idx="251" formatCode="#\ ##0.0">
                  <c:v>0.22752808988764045</c:v>
                </c:pt>
                <c:pt idx="252" formatCode="#\ ##0.0">
                  <c:v>0.24578651685393257</c:v>
                </c:pt>
                <c:pt idx="253" formatCode="#\ ##0.0">
                  <c:v>0.24719101123595505</c:v>
                </c:pt>
                <c:pt idx="254" formatCode="#\ ##0.0">
                  <c:v>0.23316062176165803</c:v>
                </c:pt>
                <c:pt idx="255" formatCode="#\ ##0.0">
                  <c:v>0.21761658031088082</c:v>
                </c:pt>
                <c:pt idx="256" formatCode="#\ ##0.0">
                  <c:v>0.23963730569948186</c:v>
                </c:pt>
                <c:pt idx="257" formatCode="#\ ##0.0">
                  <c:v>0.2344559585492228</c:v>
                </c:pt>
                <c:pt idx="258" formatCode="#\ ##0.0">
                  <c:v>0.22279792746113988</c:v>
                </c:pt>
                <c:pt idx="259" formatCode="#\ ##0.0">
                  <c:v>0.2422279792746114</c:v>
                </c:pt>
                <c:pt idx="260" formatCode="#\ ##0.0">
                  <c:v>0.28238341968911918</c:v>
                </c:pt>
                <c:pt idx="261" formatCode="#\ ##0.0">
                  <c:v>0.28048780487804881</c:v>
                </c:pt>
                <c:pt idx="262" formatCode="#\ ##0.0">
                  <c:v>0.29573170731707316</c:v>
                </c:pt>
                <c:pt idx="263" formatCode="#\ ##0.0">
                  <c:v>0.19969512195121952</c:v>
                </c:pt>
                <c:pt idx="264" formatCode="#\ ##0.0">
                  <c:v>0.26829268292682928</c:v>
                </c:pt>
                <c:pt idx="265" formatCode="#\ ##0.0">
                  <c:v>0.2073170731707317</c:v>
                </c:pt>
                <c:pt idx="266" formatCode="#\ ##0.0">
                  <c:v>0.23323170731707318</c:v>
                </c:pt>
                <c:pt idx="267" formatCode="#\ ##0.0">
                  <c:v>0.2423780487804878</c:v>
                </c:pt>
                <c:pt idx="268" formatCode="#\ ##0.0">
                  <c:v>0.21633888048411498</c:v>
                </c:pt>
                <c:pt idx="269" formatCode="#\ ##0.0">
                  <c:v>0.23600605143721634</c:v>
                </c:pt>
                <c:pt idx="270" formatCode="#\ ##0.0">
                  <c:v>0.22844175491679275</c:v>
                </c:pt>
                <c:pt idx="271" formatCode="#\ ##0.0">
                  <c:v>0.22390317700453857</c:v>
                </c:pt>
                <c:pt idx="272" formatCode="#\ ##0.0">
                  <c:v>0.2783661119515885</c:v>
                </c:pt>
                <c:pt idx="273" formatCode="#\ ##0.0">
                  <c:v>0.30862329803328292</c:v>
                </c:pt>
                <c:pt idx="274" formatCode="#\ ##0.0">
                  <c:v>0.32526475037821484</c:v>
                </c:pt>
                <c:pt idx="275" formatCode="#\ ##0.0">
                  <c:v>0.2832618025751073</c:v>
                </c:pt>
                <c:pt idx="276" formatCode="#\ ##0.0">
                  <c:v>0.28469241773962806</c:v>
                </c:pt>
                <c:pt idx="277" formatCode="#\ ##0.0">
                  <c:v>0.26895565092989987</c:v>
                </c:pt>
                <c:pt idx="278" formatCode="#\ ##0.0">
                  <c:v>0.28183118741058655</c:v>
                </c:pt>
                <c:pt idx="279" formatCode="#\ ##0.0">
                  <c:v>0.27467811158798283</c:v>
                </c:pt>
                <c:pt idx="280" formatCode="#\ ##0.0">
                  <c:v>0.28612303290414881</c:v>
                </c:pt>
                <c:pt idx="281" formatCode="#\ ##0.0">
                  <c:v>0.27467811158798283</c:v>
                </c:pt>
                <c:pt idx="282" formatCode="#\ ##0.0">
                  <c:v>0.28013029315960913</c:v>
                </c:pt>
                <c:pt idx="283" formatCode="#\ ##0.0">
                  <c:v>0.26058631921824105</c:v>
                </c:pt>
                <c:pt idx="284" formatCode="#\ ##0.0">
                  <c:v>0.2736156351791531</c:v>
                </c:pt>
                <c:pt idx="285" formatCode="#\ ##0.0">
                  <c:v>0.27850162866449513</c:v>
                </c:pt>
                <c:pt idx="286" formatCode="#\ ##0.0">
                  <c:v>0.250814332247557</c:v>
                </c:pt>
                <c:pt idx="287" formatCode="#\ ##0.0">
                  <c:v>0.23778501628664495</c:v>
                </c:pt>
                <c:pt idx="288" formatCode="#\ ##0.0">
                  <c:v>0.27035830618892509</c:v>
                </c:pt>
                <c:pt idx="289" formatCode="#\ ##0.0">
                  <c:v>0.24587155963302754</c:v>
                </c:pt>
                <c:pt idx="290" formatCode="#\ ##0.0">
                  <c:v>0.27339449541284405</c:v>
                </c:pt>
                <c:pt idx="291" formatCode="#\ ##0.0">
                  <c:v>0.24220183486238533</c:v>
                </c:pt>
                <c:pt idx="292" formatCode="#\ ##0.0">
                  <c:v>0.24036697247706423</c:v>
                </c:pt>
                <c:pt idx="293" formatCode="#\ ##0.0">
                  <c:v>0.19082568807339451</c:v>
                </c:pt>
                <c:pt idx="294" formatCode="#\ ##0.0">
                  <c:v>0.19266055045871561</c:v>
                </c:pt>
                <c:pt idx="295" formatCode="#\ ##0.0">
                  <c:v>0.19266055045871561</c:v>
                </c:pt>
                <c:pt idx="296" formatCode="#\ ##0.0">
                  <c:v>0.2132701421800948</c:v>
                </c:pt>
                <c:pt idx="297" formatCode="#\ ##0.0">
                  <c:v>0.23933649289099526</c:v>
                </c:pt>
                <c:pt idx="298" formatCode="#\ ##0.0">
                  <c:v>0.21800947867298578</c:v>
                </c:pt>
                <c:pt idx="299" formatCode="#\ ##0.0">
                  <c:v>0.16113744075829384</c:v>
                </c:pt>
                <c:pt idx="300" formatCode="#\ ##0.0">
                  <c:v>0.17772511848341233</c:v>
                </c:pt>
                <c:pt idx="301" formatCode="#\ ##0.0">
                  <c:v>0.17298578199052134</c:v>
                </c:pt>
                <c:pt idx="302" formatCode="#\ ##0.0">
                  <c:v>0.16824644549763032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292-42CD-867B-E8BD56870C3F}"/>
            </c:ext>
          </c:extLst>
        </c:ser>
        <c:ser>
          <c:idx val="1"/>
          <c:order val="1"/>
          <c:tx>
            <c:strRef>
              <c:f>'Результат запроса'!$H$1</c:f>
              <c:strCache>
                <c:ptCount val="1"/>
                <c:pt idx="0">
                  <c:v>SFMonth</c:v>
                </c:pt>
              </c:strCache>
            </c:strRef>
          </c:tx>
          <c:spPr>
            <a:ln w="22225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запроса'!$C$2:$C$304</c:f>
              <c:numCache>
                <c:formatCode>m/d/yyyy</c:formatCode>
                <c:ptCount val="303"/>
                <c:pt idx="0">
                  <c:v>44744</c:v>
                </c:pt>
                <c:pt idx="1">
                  <c:v>44745</c:v>
                </c:pt>
                <c:pt idx="2">
                  <c:v>44746</c:v>
                </c:pt>
                <c:pt idx="3">
                  <c:v>44747</c:v>
                </c:pt>
                <c:pt idx="4">
                  <c:v>44748</c:v>
                </c:pt>
                <c:pt idx="5">
                  <c:v>44749</c:v>
                </c:pt>
                <c:pt idx="6">
                  <c:v>44750</c:v>
                </c:pt>
                <c:pt idx="7">
                  <c:v>44751</c:v>
                </c:pt>
                <c:pt idx="8">
                  <c:v>44752</c:v>
                </c:pt>
                <c:pt idx="9">
                  <c:v>44753</c:v>
                </c:pt>
                <c:pt idx="10">
                  <c:v>44754</c:v>
                </c:pt>
                <c:pt idx="11">
                  <c:v>44755</c:v>
                </c:pt>
                <c:pt idx="12">
                  <c:v>44756</c:v>
                </c:pt>
                <c:pt idx="13">
                  <c:v>44757</c:v>
                </c:pt>
                <c:pt idx="14">
                  <c:v>44758</c:v>
                </c:pt>
                <c:pt idx="15">
                  <c:v>44759</c:v>
                </c:pt>
                <c:pt idx="16">
                  <c:v>44760</c:v>
                </c:pt>
                <c:pt idx="17">
                  <c:v>44761</c:v>
                </c:pt>
                <c:pt idx="18">
                  <c:v>44762</c:v>
                </c:pt>
                <c:pt idx="19">
                  <c:v>44763</c:v>
                </c:pt>
                <c:pt idx="20">
                  <c:v>44764</c:v>
                </c:pt>
                <c:pt idx="21">
                  <c:v>44765</c:v>
                </c:pt>
                <c:pt idx="22">
                  <c:v>44766</c:v>
                </c:pt>
                <c:pt idx="23">
                  <c:v>44767</c:v>
                </c:pt>
                <c:pt idx="24">
                  <c:v>44768</c:v>
                </c:pt>
                <c:pt idx="25">
                  <c:v>44769</c:v>
                </c:pt>
                <c:pt idx="26">
                  <c:v>44770</c:v>
                </c:pt>
                <c:pt idx="27">
                  <c:v>44771</c:v>
                </c:pt>
                <c:pt idx="28">
                  <c:v>44772</c:v>
                </c:pt>
                <c:pt idx="29">
                  <c:v>44773</c:v>
                </c:pt>
                <c:pt idx="30">
                  <c:v>44774</c:v>
                </c:pt>
                <c:pt idx="31">
                  <c:v>44775</c:v>
                </c:pt>
                <c:pt idx="32">
                  <c:v>44776</c:v>
                </c:pt>
                <c:pt idx="33">
                  <c:v>44777</c:v>
                </c:pt>
                <c:pt idx="34">
                  <c:v>44778</c:v>
                </c:pt>
                <c:pt idx="35">
                  <c:v>44779</c:v>
                </c:pt>
                <c:pt idx="36">
                  <c:v>44780</c:v>
                </c:pt>
                <c:pt idx="37">
                  <c:v>44781</c:v>
                </c:pt>
                <c:pt idx="38">
                  <c:v>44782</c:v>
                </c:pt>
                <c:pt idx="39">
                  <c:v>44783</c:v>
                </c:pt>
                <c:pt idx="40">
                  <c:v>44784</c:v>
                </c:pt>
                <c:pt idx="41">
                  <c:v>44785</c:v>
                </c:pt>
                <c:pt idx="42">
                  <c:v>44786</c:v>
                </c:pt>
                <c:pt idx="43">
                  <c:v>44787</c:v>
                </c:pt>
                <c:pt idx="44">
                  <c:v>44788</c:v>
                </c:pt>
                <c:pt idx="45">
                  <c:v>44789</c:v>
                </c:pt>
                <c:pt idx="46">
                  <c:v>44790</c:v>
                </c:pt>
                <c:pt idx="47">
                  <c:v>44791</c:v>
                </c:pt>
                <c:pt idx="48">
                  <c:v>44792</c:v>
                </c:pt>
                <c:pt idx="49">
                  <c:v>44793</c:v>
                </c:pt>
                <c:pt idx="50">
                  <c:v>44794</c:v>
                </c:pt>
                <c:pt idx="51">
                  <c:v>44795</c:v>
                </c:pt>
                <c:pt idx="52">
                  <c:v>44796</c:v>
                </c:pt>
                <c:pt idx="53">
                  <c:v>44797</c:v>
                </c:pt>
                <c:pt idx="54">
                  <c:v>44798</c:v>
                </c:pt>
                <c:pt idx="55">
                  <c:v>44799</c:v>
                </c:pt>
                <c:pt idx="56">
                  <c:v>44800</c:v>
                </c:pt>
                <c:pt idx="57">
                  <c:v>44801</c:v>
                </c:pt>
                <c:pt idx="58">
                  <c:v>44802</c:v>
                </c:pt>
                <c:pt idx="59">
                  <c:v>44803</c:v>
                </c:pt>
                <c:pt idx="60">
                  <c:v>44804</c:v>
                </c:pt>
                <c:pt idx="61">
                  <c:v>44805</c:v>
                </c:pt>
                <c:pt idx="62">
                  <c:v>44806</c:v>
                </c:pt>
                <c:pt idx="63">
                  <c:v>44807</c:v>
                </c:pt>
                <c:pt idx="64">
                  <c:v>44808</c:v>
                </c:pt>
                <c:pt idx="65">
                  <c:v>44809</c:v>
                </c:pt>
                <c:pt idx="66">
                  <c:v>44810</c:v>
                </c:pt>
                <c:pt idx="67">
                  <c:v>44811</c:v>
                </c:pt>
                <c:pt idx="68">
                  <c:v>44812</c:v>
                </c:pt>
                <c:pt idx="69">
                  <c:v>44813</c:v>
                </c:pt>
                <c:pt idx="70">
                  <c:v>44814</c:v>
                </c:pt>
                <c:pt idx="71">
                  <c:v>44815</c:v>
                </c:pt>
                <c:pt idx="72">
                  <c:v>44816</c:v>
                </c:pt>
                <c:pt idx="73">
                  <c:v>44817</c:v>
                </c:pt>
                <c:pt idx="74">
                  <c:v>44818</c:v>
                </c:pt>
                <c:pt idx="75">
                  <c:v>44819</c:v>
                </c:pt>
                <c:pt idx="76">
                  <c:v>44820</c:v>
                </c:pt>
                <c:pt idx="77">
                  <c:v>44821</c:v>
                </c:pt>
                <c:pt idx="78">
                  <c:v>44822</c:v>
                </c:pt>
                <c:pt idx="79">
                  <c:v>44823</c:v>
                </c:pt>
                <c:pt idx="80">
                  <c:v>44824</c:v>
                </c:pt>
                <c:pt idx="81">
                  <c:v>44825</c:v>
                </c:pt>
                <c:pt idx="82">
                  <c:v>44826</c:v>
                </c:pt>
                <c:pt idx="83">
                  <c:v>44827</c:v>
                </c:pt>
                <c:pt idx="84">
                  <c:v>44828</c:v>
                </c:pt>
                <c:pt idx="85">
                  <c:v>44829</c:v>
                </c:pt>
                <c:pt idx="86">
                  <c:v>44830</c:v>
                </c:pt>
                <c:pt idx="87">
                  <c:v>44831</c:v>
                </c:pt>
                <c:pt idx="88">
                  <c:v>44832</c:v>
                </c:pt>
                <c:pt idx="89">
                  <c:v>44833</c:v>
                </c:pt>
                <c:pt idx="90">
                  <c:v>44834</c:v>
                </c:pt>
                <c:pt idx="91">
                  <c:v>44835</c:v>
                </c:pt>
                <c:pt idx="92">
                  <c:v>44836</c:v>
                </c:pt>
                <c:pt idx="93">
                  <c:v>44837</c:v>
                </c:pt>
                <c:pt idx="94">
                  <c:v>44838</c:v>
                </c:pt>
                <c:pt idx="95">
                  <c:v>44839</c:v>
                </c:pt>
                <c:pt idx="96">
                  <c:v>44840</c:v>
                </c:pt>
                <c:pt idx="97">
                  <c:v>44841</c:v>
                </c:pt>
                <c:pt idx="98">
                  <c:v>44842</c:v>
                </c:pt>
                <c:pt idx="99">
                  <c:v>44843</c:v>
                </c:pt>
                <c:pt idx="100">
                  <c:v>44844</c:v>
                </c:pt>
                <c:pt idx="101">
                  <c:v>44845</c:v>
                </c:pt>
                <c:pt idx="102">
                  <c:v>44846</c:v>
                </c:pt>
                <c:pt idx="103">
                  <c:v>44847</c:v>
                </c:pt>
                <c:pt idx="104">
                  <c:v>44848</c:v>
                </c:pt>
                <c:pt idx="105">
                  <c:v>44849</c:v>
                </c:pt>
                <c:pt idx="106">
                  <c:v>44850</c:v>
                </c:pt>
                <c:pt idx="107">
                  <c:v>44851</c:v>
                </c:pt>
                <c:pt idx="108">
                  <c:v>44852</c:v>
                </c:pt>
                <c:pt idx="109">
                  <c:v>44853</c:v>
                </c:pt>
                <c:pt idx="110">
                  <c:v>44854</c:v>
                </c:pt>
                <c:pt idx="111">
                  <c:v>44855</c:v>
                </c:pt>
                <c:pt idx="112">
                  <c:v>44856</c:v>
                </c:pt>
                <c:pt idx="113">
                  <c:v>44857</c:v>
                </c:pt>
                <c:pt idx="114">
                  <c:v>44858</c:v>
                </c:pt>
                <c:pt idx="115">
                  <c:v>44859</c:v>
                </c:pt>
                <c:pt idx="116">
                  <c:v>44860</c:v>
                </c:pt>
                <c:pt idx="117">
                  <c:v>44861</c:v>
                </c:pt>
                <c:pt idx="118">
                  <c:v>44862</c:v>
                </c:pt>
                <c:pt idx="119">
                  <c:v>44863</c:v>
                </c:pt>
                <c:pt idx="120">
                  <c:v>44864</c:v>
                </c:pt>
                <c:pt idx="121">
                  <c:v>44865</c:v>
                </c:pt>
                <c:pt idx="122">
                  <c:v>44866</c:v>
                </c:pt>
                <c:pt idx="123">
                  <c:v>44867</c:v>
                </c:pt>
                <c:pt idx="124">
                  <c:v>44868</c:v>
                </c:pt>
                <c:pt idx="125">
                  <c:v>44869</c:v>
                </c:pt>
                <c:pt idx="126">
                  <c:v>44870</c:v>
                </c:pt>
                <c:pt idx="127">
                  <c:v>44871</c:v>
                </c:pt>
                <c:pt idx="128">
                  <c:v>44872</c:v>
                </c:pt>
                <c:pt idx="129">
                  <c:v>44873</c:v>
                </c:pt>
                <c:pt idx="130">
                  <c:v>44874</c:v>
                </c:pt>
                <c:pt idx="131">
                  <c:v>44875</c:v>
                </c:pt>
                <c:pt idx="132">
                  <c:v>44876</c:v>
                </c:pt>
                <c:pt idx="133">
                  <c:v>44877</c:v>
                </c:pt>
                <c:pt idx="134">
                  <c:v>44878</c:v>
                </c:pt>
                <c:pt idx="135">
                  <c:v>44879</c:v>
                </c:pt>
                <c:pt idx="136">
                  <c:v>44880</c:v>
                </c:pt>
                <c:pt idx="137">
                  <c:v>44881</c:v>
                </c:pt>
                <c:pt idx="138">
                  <c:v>44882</c:v>
                </c:pt>
                <c:pt idx="139">
                  <c:v>44883</c:v>
                </c:pt>
                <c:pt idx="140">
                  <c:v>44884</c:v>
                </c:pt>
                <c:pt idx="141">
                  <c:v>44885</c:v>
                </c:pt>
                <c:pt idx="142">
                  <c:v>44886</c:v>
                </c:pt>
                <c:pt idx="143">
                  <c:v>44887</c:v>
                </c:pt>
                <c:pt idx="144">
                  <c:v>44888</c:v>
                </c:pt>
                <c:pt idx="145">
                  <c:v>44889</c:v>
                </c:pt>
                <c:pt idx="146">
                  <c:v>44890</c:v>
                </c:pt>
                <c:pt idx="147">
                  <c:v>44891</c:v>
                </c:pt>
                <c:pt idx="148">
                  <c:v>44892</c:v>
                </c:pt>
                <c:pt idx="149">
                  <c:v>44893</c:v>
                </c:pt>
                <c:pt idx="150">
                  <c:v>44894</c:v>
                </c:pt>
                <c:pt idx="151">
                  <c:v>44895</c:v>
                </c:pt>
                <c:pt idx="152">
                  <c:v>44896</c:v>
                </c:pt>
                <c:pt idx="153">
                  <c:v>44897</c:v>
                </c:pt>
                <c:pt idx="154">
                  <c:v>44898</c:v>
                </c:pt>
                <c:pt idx="155">
                  <c:v>44899</c:v>
                </c:pt>
                <c:pt idx="156">
                  <c:v>44900</c:v>
                </c:pt>
                <c:pt idx="157">
                  <c:v>44901</c:v>
                </c:pt>
                <c:pt idx="158">
                  <c:v>44902</c:v>
                </c:pt>
                <c:pt idx="159">
                  <c:v>44903</c:v>
                </c:pt>
                <c:pt idx="160">
                  <c:v>44904</c:v>
                </c:pt>
                <c:pt idx="161">
                  <c:v>44905</c:v>
                </c:pt>
                <c:pt idx="162">
                  <c:v>44906</c:v>
                </c:pt>
                <c:pt idx="163">
                  <c:v>44907</c:v>
                </c:pt>
                <c:pt idx="164">
                  <c:v>44908</c:v>
                </c:pt>
                <c:pt idx="165">
                  <c:v>44909</c:v>
                </c:pt>
                <c:pt idx="166">
                  <c:v>44910</c:v>
                </c:pt>
                <c:pt idx="167">
                  <c:v>44911</c:v>
                </c:pt>
                <c:pt idx="168">
                  <c:v>44912</c:v>
                </c:pt>
                <c:pt idx="169">
                  <c:v>44913</c:v>
                </c:pt>
                <c:pt idx="170">
                  <c:v>44914</c:v>
                </c:pt>
                <c:pt idx="171">
                  <c:v>44915</c:v>
                </c:pt>
                <c:pt idx="172">
                  <c:v>44916</c:v>
                </c:pt>
                <c:pt idx="173">
                  <c:v>44917</c:v>
                </c:pt>
                <c:pt idx="174">
                  <c:v>44918</c:v>
                </c:pt>
                <c:pt idx="175">
                  <c:v>44919</c:v>
                </c:pt>
                <c:pt idx="176">
                  <c:v>44920</c:v>
                </c:pt>
                <c:pt idx="177">
                  <c:v>44921</c:v>
                </c:pt>
                <c:pt idx="178">
                  <c:v>44922</c:v>
                </c:pt>
                <c:pt idx="179">
                  <c:v>44923</c:v>
                </c:pt>
                <c:pt idx="180">
                  <c:v>44924</c:v>
                </c:pt>
                <c:pt idx="181">
                  <c:v>44925</c:v>
                </c:pt>
                <c:pt idx="182">
                  <c:v>44926</c:v>
                </c:pt>
                <c:pt idx="183">
                  <c:v>44927</c:v>
                </c:pt>
                <c:pt idx="184">
                  <c:v>44928</c:v>
                </c:pt>
                <c:pt idx="185">
                  <c:v>44929</c:v>
                </c:pt>
                <c:pt idx="186">
                  <c:v>44930</c:v>
                </c:pt>
                <c:pt idx="187">
                  <c:v>44931</c:v>
                </c:pt>
                <c:pt idx="188">
                  <c:v>44932</c:v>
                </c:pt>
                <c:pt idx="189">
                  <c:v>44933</c:v>
                </c:pt>
                <c:pt idx="190">
                  <c:v>44934</c:v>
                </c:pt>
                <c:pt idx="191">
                  <c:v>44935</c:v>
                </c:pt>
                <c:pt idx="192">
                  <c:v>44936</c:v>
                </c:pt>
                <c:pt idx="193">
                  <c:v>44937</c:v>
                </c:pt>
                <c:pt idx="194">
                  <c:v>44938</c:v>
                </c:pt>
                <c:pt idx="195">
                  <c:v>44939</c:v>
                </c:pt>
                <c:pt idx="196">
                  <c:v>44940</c:v>
                </c:pt>
                <c:pt idx="197">
                  <c:v>44941</c:v>
                </c:pt>
                <c:pt idx="198">
                  <c:v>44942</c:v>
                </c:pt>
                <c:pt idx="199">
                  <c:v>44943</c:v>
                </c:pt>
                <c:pt idx="200">
                  <c:v>44944</c:v>
                </c:pt>
                <c:pt idx="201">
                  <c:v>44945</c:v>
                </c:pt>
                <c:pt idx="202">
                  <c:v>44946</c:v>
                </c:pt>
                <c:pt idx="203">
                  <c:v>44947</c:v>
                </c:pt>
                <c:pt idx="204">
                  <c:v>44948</c:v>
                </c:pt>
                <c:pt idx="205">
                  <c:v>44949</c:v>
                </c:pt>
                <c:pt idx="206">
                  <c:v>44950</c:v>
                </c:pt>
                <c:pt idx="207">
                  <c:v>44951</c:v>
                </c:pt>
                <c:pt idx="208">
                  <c:v>44952</c:v>
                </c:pt>
                <c:pt idx="209">
                  <c:v>44953</c:v>
                </c:pt>
                <c:pt idx="210">
                  <c:v>44954</c:v>
                </c:pt>
                <c:pt idx="211">
                  <c:v>44955</c:v>
                </c:pt>
                <c:pt idx="212">
                  <c:v>44956</c:v>
                </c:pt>
                <c:pt idx="213">
                  <c:v>44957</c:v>
                </c:pt>
                <c:pt idx="214">
                  <c:v>44958</c:v>
                </c:pt>
                <c:pt idx="215">
                  <c:v>44959</c:v>
                </c:pt>
                <c:pt idx="216">
                  <c:v>44960</c:v>
                </c:pt>
                <c:pt idx="217">
                  <c:v>44961</c:v>
                </c:pt>
                <c:pt idx="218">
                  <c:v>44962</c:v>
                </c:pt>
                <c:pt idx="219">
                  <c:v>44963</c:v>
                </c:pt>
                <c:pt idx="220">
                  <c:v>44964</c:v>
                </c:pt>
                <c:pt idx="221">
                  <c:v>44965</c:v>
                </c:pt>
                <c:pt idx="222">
                  <c:v>44966</c:v>
                </c:pt>
                <c:pt idx="223">
                  <c:v>44967</c:v>
                </c:pt>
                <c:pt idx="224">
                  <c:v>44968</c:v>
                </c:pt>
                <c:pt idx="225">
                  <c:v>44969</c:v>
                </c:pt>
                <c:pt idx="226">
                  <c:v>44970</c:v>
                </c:pt>
                <c:pt idx="227">
                  <c:v>44971</c:v>
                </c:pt>
                <c:pt idx="228">
                  <c:v>44972</c:v>
                </c:pt>
                <c:pt idx="229">
                  <c:v>44973</c:v>
                </c:pt>
                <c:pt idx="230">
                  <c:v>44974</c:v>
                </c:pt>
                <c:pt idx="231">
                  <c:v>44975</c:v>
                </c:pt>
                <c:pt idx="232">
                  <c:v>44976</c:v>
                </c:pt>
                <c:pt idx="233">
                  <c:v>44977</c:v>
                </c:pt>
                <c:pt idx="234">
                  <c:v>44978</c:v>
                </c:pt>
                <c:pt idx="235">
                  <c:v>44979</c:v>
                </c:pt>
                <c:pt idx="236">
                  <c:v>44980</c:v>
                </c:pt>
                <c:pt idx="237">
                  <c:v>44981</c:v>
                </c:pt>
                <c:pt idx="238">
                  <c:v>44982</c:v>
                </c:pt>
                <c:pt idx="239">
                  <c:v>44983</c:v>
                </c:pt>
                <c:pt idx="240">
                  <c:v>44984</c:v>
                </c:pt>
                <c:pt idx="241">
                  <c:v>44985</c:v>
                </c:pt>
                <c:pt idx="242">
                  <c:v>44986</c:v>
                </c:pt>
                <c:pt idx="243">
                  <c:v>44987</c:v>
                </c:pt>
                <c:pt idx="244">
                  <c:v>44988</c:v>
                </c:pt>
                <c:pt idx="245">
                  <c:v>44989</c:v>
                </c:pt>
                <c:pt idx="246">
                  <c:v>44990</c:v>
                </c:pt>
                <c:pt idx="247">
                  <c:v>44991</c:v>
                </c:pt>
                <c:pt idx="248">
                  <c:v>44992</c:v>
                </c:pt>
                <c:pt idx="249">
                  <c:v>44993</c:v>
                </c:pt>
                <c:pt idx="250">
                  <c:v>44994</c:v>
                </c:pt>
                <c:pt idx="251">
                  <c:v>44995</c:v>
                </c:pt>
                <c:pt idx="252">
                  <c:v>44996</c:v>
                </c:pt>
                <c:pt idx="253">
                  <c:v>44997</c:v>
                </c:pt>
                <c:pt idx="254">
                  <c:v>44998</c:v>
                </c:pt>
                <c:pt idx="255">
                  <c:v>44999</c:v>
                </c:pt>
                <c:pt idx="256">
                  <c:v>45000</c:v>
                </c:pt>
                <c:pt idx="257">
                  <c:v>45001</c:v>
                </c:pt>
                <c:pt idx="258">
                  <c:v>45002</c:v>
                </c:pt>
                <c:pt idx="259">
                  <c:v>45003</c:v>
                </c:pt>
                <c:pt idx="260">
                  <c:v>45004</c:v>
                </c:pt>
                <c:pt idx="261">
                  <c:v>45005</c:v>
                </c:pt>
                <c:pt idx="262">
                  <c:v>45006</c:v>
                </c:pt>
                <c:pt idx="263">
                  <c:v>45007</c:v>
                </c:pt>
                <c:pt idx="264">
                  <c:v>45008</c:v>
                </c:pt>
                <c:pt idx="265">
                  <c:v>45009</c:v>
                </c:pt>
                <c:pt idx="266">
                  <c:v>45010</c:v>
                </c:pt>
                <c:pt idx="267">
                  <c:v>45011</c:v>
                </c:pt>
                <c:pt idx="268">
                  <c:v>45012</c:v>
                </c:pt>
                <c:pt idx="269">
                  <c:v>45013</c:v>
                </c:pt>
                <c:pt idx="270">
                  <c:v>45014</c:v>
                </c:pt>
                <c:pt idx="271">
                  <c:v>45015</c:v>
                </c:pt>
                <c:pt idx="272">
                  <c:v>45016</c:v>
                </c:pt>
                <c:pt idx="273">
                  <c:v>45017</c:v>
                </c:pt>
                <c:pt idx="274">
                  <c:v>45018</c:v>
                </c:pt>
                <c:pt idx="275">
                  <c:v>45019</c:v>
                </c:pt>
                <c:pt idx="276">
                  <c:v>45020</c:v>
                </c:pt>
                <c:pt idx="277">
                  <c:v>45021</c:v>
                </c:pt>
                <c:pt idx="278">
                  <c:v>45022</c:v>
                </c:pt>
                <c:pt idx="279">
                  <c:v>45023</c:v>
                </c:pt>
                <c:pt idx="280">
                  <c:v>45024</c:v>
                </c:pt>
                <c:pt idx="281">
                  <c:v>45025</c:v>
                </c:pt>
                <c:pt idx="282">
                  <c:v>45026</c:v>
                </c:pt>
                <c:pt idx="283">
                  <c:v>45027</c:v>
                </c:pt>
                <c:pt idx="284">
                  <c:v>45028</c:v>
                </c:pt>
                <c:pt idx="285">
                  <c:v>45029</c:v>
                </c:pt>
                <c:pt idx="286">
                  <c:v>45030</c:v>
                </c:pt>
                <c:pt idx="287">
                  <c:v>45031</c:v>
                </c:pt>
                <c:pt idx="288">
                  <c:v>45032</c:v>
                </c:pt>
                <c:pt idx="289">
                  <c:v>45033</c:v>
                </c:pt>
                <c:pt idx="290">
                  <c:v>45034</c:v>
                </c:pt>
                <c:pt idx="291">
                  <c:v>45035</c:v>
                </c:pt>
                <c:pt idx="292">
                  <c:v>45036</c:v>
                </c:pt>
                <c:pt idx="293">
                  <c:v>45037</c:v>
                </c:pt>
                <c:pt idx="294">
                  <c:v>45038</c:v>
                </c:pt>
                <c:pt idx="295">
                  <c:v>45039</c:v>
                </c:pt>
                <c:pt idx="296">
                  <c:v>45040</c:v>
                </c:pt>
                <c:pt idx="297">
                  <c:v>45041</c:v>
                </c:pt>
                <c:pt idx="298">
                  <c:v>45042</c:v>
                </c:pt>
                <c:pt idx="299">
                  <c:v>45043</c:v>
                </c:pt>
                <c:pt idx="300">
                  <c:v>45044</c:v>
                </c:pt>
                <c:pt idx="301">
                  <c:v>45045</c:v>
                </c:pt>
                <c:pt idx="302">
                  <c:v>45046</c:v>
                </c:pt>
              </c:numCache>
            </c:numRef>
          </c:cat>
          <c:val>
            <c:numRef>
              <c:f>'Результат запроса'!$H$2:$H$304</c:f>
              <c:numCache>
                <c:formatCode>General</c:formatCode>
                <c:ptCount val="303"/>
                <c:pt idx="0" formatCode="#\ ##0.0">
                  <c:v>1.5544041450777202E-2</c:v>
                </c:pt>
                <c:pt idx="2" formatCode="#\ ##0.0">
                  <c:v>2.5906735751295335E-2</c:v>
                </c:pt>
                <c:pt idx="3" formatCode="#\ ##0.0">
                  <c:v>5.181347150259067E-2</c:v>
                </c:pt>
                <c:pt idx="4" formatCode="#\ ##0.0">
                  <c:v>2.5906735751295335E-2</c:v>
                </c:pt>
                <c:pt idx="5" formatCode="#\ ##0.0">
                  <c:v>6.7357512953367879E-2</c:v>
                </c:pt>
                <c:pt idx="6" formatCode="#\ ##0.0">
                  <c:v>0.11398963730569948</c:v>
                </c:pt>
                <c:pt idx="7" formatCode="#\ ##0.0">
                  <c:v>0.11398963730569948</c:v>
                </c:pt>
                <c:pt idx="8" formatCode="#\ ##0.0">
                  <c:v>0.13471502590673576</c:v>
                </c:pt>
                <c:pt idx="9" formatCode="#\ ##0.0">
                  <c:v>0.11917098445595854</c:v>
                </c:pt>
                <c:pt idx="10" formatCode="#\ ##0.0">
                  <c:v>0.12435233160621761</c:v>
                </c:pt>
                <c:pt idx="11" formatCode="#\ ##0.0">
                  <c:v>0.15544041450777202</c:v>
                </c:pt>
                <c:pt idx="12" formatCode="#\ ##0.0">
                  <c:v>0.16580310880829016</c:v>
                </c:pt>
                <c:pt idx="13" formatCode="#\ ##0.0">
                  <c:v>0.12953367875647667</c:v>
                </c:pt>
                <c:pt idx="14" formatCode="#\ ##0.0">
                  <c:v>0.17616580310880828</c:v>
                </c:pt>
                <c:pt idx="15" formatCode="#\ ##0.0">
                  <c:v>0.20207253886010362</c:v>
                </c:pt>
                <c:pt idx="16" formatCode="#\ ##0.0">
                  <c:v>0.11398963730569948</c:v>
                </c:pt>
                <c:pt idx="17" formatCode="#\ ##0.0">
                  <c:v>0.19689119170984457</c:v>
                </c:pt>
                <c:pt idx="18" formatCode="#\ ##0.0">
                  <c:v>0.17616580310880828</c:v>
                </c:pt>
                <c:pt idx="19" formatCode="#\ ##0.0">
                  <c:v>0.25906735751295334</c:v>
                </c:pt>
                <c:pt idx="20" formatCode="#\ ##0.0">
                  <c:v>0.22279792746113988</c:v>
                </c:pt>
                <c:pt idx="21" formatCode="#\ ##0.0">
                  <c:v>0.22279792746113988</c:v>
                </c:pt>
                <c:pt idx="22" formatCode="#\ ##0.0">
                  <c:v>0.27461139896373055</c:v>
                </c:pt>
                <c:pt idx="23" formatCode="#\ ##0.0">
                  <c:v>0.32642487046632124</c:v>
                </c:pt>
                <c:pt idx="24" formatCode="#\ ##0.0">
                  <c:v>0.24870466321243523</c:v>
                </c:pt>
                <c:pt idx="25" formatCode="#\ ##0.0">
                  <c:v>0.30569948186528495</c:v>
                </c:pt>
                <c:pt idx="26" formatCode="#\ ##0.0">
                  <c:v>0.30569948186528495</c:v>
                </c:pt>
                <c:pt idx="27" formatCode="#\ ##0.0">
                  <c:v>0.31606217616580312</c:v>
                </c:pt>
                <c:pt idx="28" formatCode="#\ ##0.0">
                  <c:v>0.33160621761658032</c:v>
                </c:pt>
                <c:pt idx="29" formatCode="#\ ##0.0">
                  <c:v>0.33160621761658032</c:v>
                </c:pt>
                <c:pt idx="30" formatCode="#\ ##0.0">
                  <c:v>0.14207650273224043</c:v>
                </c:pt>
                <c:pt idx="31" formatCode="#\ ##0.0">
                  <c:v>0.16939890710382513</c:v>
                </c:pt>
                <c:pt idx="32" formatCode="#\ ##0.0">
                  <c:v>0.15027322404371585</c:v>
                </c:pt>
                <c:pt idx="33" formatCode="#\ ##0.0">
                  <c:v>0.16393442622950818</c:v>
                </c:pt>
                <c:pt idx="34" formatCode="#\ ##0.0">
                  <c:v>0.14207650273224043</c:v>
                </c:pt>
                <c:pt idx="35" formatCode="#\ ##0.0">
                  <c:v>0.16939890710382513</c:v>
                </c:pt>
                <c:pt idx="36" formatCode="#\ ##0.0">
                  <c:v>0.16120218579234974</c:v>
                </c:pt>
                <c:pt idx="37" formatCode="#\ ##0.0">
                  <c:v>0.15846994535519127</c:v>
                </c:pt>
                <c:pt idx="38" formatCode="#\ ##0.0">
                  <c:v>0.1448087431693989</c:v>
                </c:pt>
                <c:pt idx="39" formatCode="#\ ##0.0">
                  <c:v>0.15027322404371585</c:v>
                </c:pt>
                <c:pt idx="40" formatCode="#\ ##0.0">
                  <c:v>0.17759562841530055</c:v>
                </c:pt>
                <c:pt idx="41" formatCode="#\ ##0.0">
                  <c:v>0.14754098360655737</c:v>
                </c:pt>
                <c:pt idx="42" formatCode="#\ ##0.0">
                  <c:v>0.20218579234972678</c:v>
                </c:pt>
                <c:pt idx="43" formatCode="#\ ##0.0">
                  <c:v>0.16120218579234974</c:v>
                </c:pt>
                <c:pt idx="44" formatCode="#\ ##0.0">
                  <c:v>0.14754098360655737</c:v>
                </c:pt>
                <c:pt idx="45" formatCode="#\ ##0.0">
                  <c:v>0.18579234972677597</c:v>
                </c:pt>
                <c:pt idx="46" formatCode="#\ ##0.0">
                  <c:v>0.16120218579234974</c:v>
                </c:pt>
                <c:pt idx="47" formatCode="#\ ##0.0">
                  <c:v>0.16666666666666666</c:v>
                </c:pt>
                <c:pt idx="48" formatCode="#\ ##0.0">
                  <c:v>0.15846994535519127</c:v>
                </c:pt>
                <c:pt idx="49" formatCode="#\ ##0.0">
                  <c:v>0.1830601092896175</c:v>
                </c:pt>
                <c:pt idx="50" formatCode="#\ ##0.0">
                  <c:v>0.16939890710382513</c:v>
                </c:pt>
                <c:pt idx="51" formatCode="#\ ##0.0">
                  <c:v>0.1448087431693989</c:v>
                </c:pt>
                <c:pt idx="52" formatCode="#\ ##0.0">
                  <c:v>0.16393442622950818</c:v>
                </c:pt>
                <c:pt idx="53" formatCode="#\ ##0.0">
                  <c:v>0.1830601092896175</c:v>
                </c:pt>
                <c:pt idx="54" formatCode="#\ ##0.0">
                  <c:v>0.1830601092896175</c:v>
                </c:pt>
                <c:pt idx="55" formatCode="#\ ##0.0">
                  <c:v>0.16666666666666666</c:v>
                </c:pt>
                <c:pt idx="56" formatCode="#\ ##0.0">
                  <c:v>0.1721311475409836</c:v>
                </c:pt>
                <c:pt idx="57" formatCode="#\ ##0.0">
                  <c:v>0.16666666666666666</c:v>
                </c:pt>
                <c:pt idx="58" formatCode="#\ ##0.0">
                  <c:v>0.14754098360655737</c:v>
                </c:pt>
                <c:pt idx="59" formatCode="#\ ##0.0">
                  <c:v>0.19672131147540983</c:v>
                </c:pt>
                <c:pt idx="60" formatCode="#\ ##0.0">
                  <c:v>0.14754098360655737</c:v>
                </c:pt>
                <c:pt idx="61" formatCode="#\ ##0.0">
                  <c:v>0.17460317460317459</c:v>
                </c:pt>
                <c:pt idx="62" formatCode="#\ ##0.0">
                  <c:v>0.16137566137566137</c:v>
                </c:pt>
                <c:pt idx="63" formatCode="#\ ##0.0">
                  <c:v>0.15343915343915343</c:v>
                </c:pt>
                <c:pt idx="64" formatCode="#\ ##0.0">
                  <c:v>0.1693121693121693</c:v>
                </c:pt>
                <c:pt idx="65" formatCode="#\ ##0.0">
                  <c:v>0.16402116402116401</c:v>
                </c:pt>
                <c:pt idx="66" formatCode="#\ ##0.0">
                  <c:v>0.12169312169312169</c:v>
                </c:pt>
                <c:pt idx="67" formatCode="#\ ##0.0">
                  <c:v>0.12962962962962962</c:v>
                </c:pt>
                <c:pt idx="68" formatCode="#\ ##0.0">
                  <c:v>0.15608465608465608</c:v>
                </c:pt>
                <c:pt idx="69" formatCode="#\ ##0.0">
                  <c:v>0.15873015873015872</c:v>
                </c:pt>
                <c:pt idx="70" formatCode="#\ ##0.0">
                  <c:v>0.1402116402116402</c:v>
                </c:pt>
                <c:pt idx="71" formatCode="#\ ##0.0">
                  <c:v>0.16137566137566137</c:v>
                </c:pt>
                <c:pt idx="72" formatCode="#\ ##0.0">
                  <c:v>0.15343915343915343</c:v>
                </c:pt>
                <c:pt idx="73" formatCode="#\ ##0.0">
                  <c:v>0.1693121693121693</c:v>
                </c:pt>
                <c:pt idx="74" formatCode="#\ ##0.0">
                  <c:v>0.17195767195767195</c:v>
                </c:pt>
                <c:pt idx="75" formatCode="#\ ##0.0">
                  <c:v>0.19576719576719576</c:v>
                </c:pt>
                <c:pt idx="76" formatCode="#\ ##0.0">
                  <c:v>0.15343915343915343</c:v>
                </c:pt>
                <c:pt idx="77" formatCode="#\ ##0.0">
                  <c:v>0.16402116402116401</c:v>
                </c:pt>
                <c:pt idx="78" formatCode="#\ ##0.0">
                  <c:v>0.18253968253968253</c:v>
                </c:pt>
                <c:pt idx="79" formatCode="#\ ##0.0">
                  <c:v>0.17460317460317459</c:v>
                </c:pt>
                <c:pt idx="80" formatCode="#\ ##0.0">
                  <c:v>0.17724867724867724</c:v>
                </c:pt>
                <c:pt idx="81" formatCode="#\ ##0.0">
                  <c:v>0.18783068783068782</c:v>
                </c:pt>
                <c:pt idx="82" formatCode="#\ ##0.0">
                  <c:v>0.17724867724867724</c:v>
                </c:pt>
                <c:pt idx="83" formatCode="#\ ##0.0">
                  <c:v>0.14550264550264549</c:v>
                </c:pt>
                <c:pt idx="84" formatCode="#\ ##0.0">
                  <c:v>0.15343915343915343</c:v>
                </c:pt>
                <c:pt idx="85" formatCode="#\ ##0.0">
                  <c:v>0.19312169312169311</c:v>
                </c:pt>
                <c:pt idx="86" formatCode="#\ ##0.0">
                  <c:v>0.15343915343915343</c:v>
                </c:pt>
                <c:pt idx="87" formatCode="#\ ##0.0">
                  <c:v>0.20105820105820105</c:v>
                </c:pt>
                <c:pt idx="88" formatCode="#\ ##0.0">
                  <c:v>0.16402116402116401</c:v>
                </c:pt>
                <c:pt idx="89" formatCode="#\ ##0.0">
                  <c:v>0.17460317460317459</c:v>
                </c:pt>
                <c:pt idx="90" formatCode="#\ ##0.0">
                  <c:v>0.15608465608465608</c:v>
                </c:pt>
                <c:pt idx="91" formatCode="#\ ##0.0">
                  <c:v>0.15521628498727735</c:v>
                </c:pt>
                <c:pt idx="92" formatCode="#\ ##0.0">
                  <c:v>0.13231552162849872</c:v>
                </c:pt>
                <c:pt idx="93" formatCode="#\ ##0.0">
                  <c:v>0.17557251908396945</c:v>
                </c:pt>
                <c:pt idx="94" formatCode="#\ ##0.0">
                  <c:v>0.17811704834605599</c:v>
                </c:pt>
                <c:pt idx="95" formatCode="#\ ##0.0">
                  <c:v>0.11450381679389313</c:v>
                </c:pt>
                <c:pt idx="96" formatCode="#\ ##0.0">
                  <c:v>0.19592875318066158</c:v>
                </c:pt>
                <c:pt idx="97" formatCode="#\ ##0.0">
                  <c:v>0.15521628498727735</c:v>
                </c:pt>
                <c:pt idx="98" formatCode="#\ ##0.0">
                  <c:v>0.14249363867684478</c:v>
                </c:pt>
                <c:pt idx="99" formatCode="#\ ##0.0">
                  <c:v>0.16793893129770993</c:v>
                </c:pt>
                <c:pt idx="100" formatCode="#\ ##0.0">
                  <c:v>0.12977099236641221</c:v>
                </c:pt>
                <c:pt idx="101" formatCode="#\ ##0.0">
                  <c:v>0.15012722646310434</c:v>
                </c:pt>
                <c:pt idx="102" formatCode="#\ ##0.0">
                  <c:v>0.16539440203562342</c:v>
                </c:pt>
                <c:pt idx="103" formatCode="#\ ##0.0">
                  <c:v>0.13486005089058525</c:v>
                </c:pt>
                <c:pt idx="104" formatCode="#\ ##0.0">
                  <c:v>0.18320610687022901</c:v>
                </c:pt>
                <c:pt idx="105" formatCode="#\ ##0.0">
                  <c:v>0.15776081424936386</c:v>
                </c:pt>
                <c:pt idx="106" formatCode="#\ ##0.0">
                  <c:v>0.15776081424936386</c:v>
                </c:pt>
                <c:pt idx="107" formatCode="#\ ##0.0">
                  <c:v>0.17811704834605599</c:v>
                </c:pt>
                <c:pt idx="108" formatCode="#\ ##0.0">
                  <c:v>0.15776081424936386</c:v>
                </c:pt>
                <c:pt idx="109" formatCode="#\ ##0.0">
                  <c:v>0.20865139949109415</c:v>
                </c:pt>
                <c:pt idx="110" formatCode="#\ ##0.0">
                  <c:v>0.13231552162849872</c:v>
                </c:pt>
                <c:pt idx="111" formatCode="#\ ##0.0">
                  <c:v>0.16539440203562342</c:v>
                </c:pt>
                <c:pt idx="112" formatCode="#\ ##0.0">
                  <c:v>0.16284987277353691</c:v>
                </c:pt>
                <c:pt idx="113" formatCode="#\ ##0.0">
                  <c:v>0.14503816793893129</c:v>
                </c:pt>
                <c:pt idx="114" formatCode="#\ ##0.0">
                  <c:v>0.1475826972010178</c:v>
                </c:pt>
                <c:pt idx="115" formatCode="#\ ##0.0">
                  <c:v>0.16793893129770993</c:v>
                </c:pt>
                <c:pt idx="116" formatCode="#\ ##0.0">
                  <c:v>0.15267175572519084</c:v>
                </c:pt>
                <c:pt idx="117" formatCode="#\ ##0.0">
                  <c:v>0.13994910941475827</c:v>
                </c:pt>
                <c:pt idx="118" formatCode="#\ ##0.0">
                  <c:v>0.16539440203562342</c:v>
                </c:pt>
                <c:pt idx="119" formatCode="#\ ##0.0">
                  <c:v>0.13740458015267176</c:v>
                </c:pt>
                <c:pt idx="120" formatCode="#\ ##0.0">
                  <c:v>0.16793893129770993</c:v>
                </c:pt>
                <c:pt idx="121" formatCode="#\ ##0.0">
                  <c:v>0.18320610687022901</c:v>
                </c:pt>
                <c:pt idx="122" formatCode="#\ ##0.0">
                  <c:v>0.13615023474178403</c:v>
                </c:pt>
                <c:pt idx="123" formatCode="#\ ##0.0">
                  <c:v>0.12910798122065728</c:v>
                </c:pt>
                <c:pt idx="124" formatCode="#\ ##0.0">
                  <c:v>0.13145539906103287</c:v>
                </c:pt>
                <c:pt idx="125" formatCode="#\ ##0.0">
                  <c:v>0.14788732394366197</c:v>
                </c:pt>
                <c:pt idx="126" formatCode="#\ ##0.0">
                  <c:v>0.1619718309859155</c:v>
                </c:pt>
                <c:pt idx="127" formatCode="#\ ##0.0">
                  <c:v>0.14553990610328638</c:v>
                </c:pt>
                <c:pt idx="128" formatCode="#\ ##0.0">
                  <c:v>0.14084507042253522</c:v>
                </c:pt>
                <c:pt idx="129" formatCode="#\ ##0.0">
                  <c:v>0.14084507042253522</c:v>
                </c:pt>
                <c:pt idx="130" formatCode="#\ ##0.0">
                  <c:v>0.14084507042253522</c:v>
                </c:pt>
                <c:pt idx="131" formatCode="#\ ##0.0">
                  <c:v>0.12910798122065728</c:v>
                </c:pt>
                <c:pt idx="132" formatCode="#\ ##0.0">
                  <c:v>0.14553990610328638</c:v>
                </c:pt>
                <c:pt idx="133" formatCode="#\ ##0.0">
                  <c:v>0.12441314553990611</c:v>
                </c:pt>
                <c:pt idx="134" formatCode="#\ ##0.0">
                  <c:v>0.12676056338028169</c:v>
                </c:pt>
                <c:pt idx="135" formatCode="#\ ##0.0">
                  <c:v>0.107981220657277</c:v>
                </c:pt>
                <c:pt idx="136" formatCode="#\ ##0.0">
                  <c:v>0.12910798122065728</c:v>
                </c:pt>
                <c:pt idx="137" formatCode="#\ ##0.0">
                  <c:v>0.11971830985915492</c:v>
                </c:pt>
                <c:pt idx="138" formatCode="#\ ##0.0">
                  <c:v>0.13615023474178403</c:v>
                </c:pt>
                <c:pt idx="139" formatCode="#\ ##0.0">
                  <c:v>0.11971830985915492</c:v>
                </c:pt>
                <c:pt idx="140" formatCode="#\ ##0.0">
                  <c:v>9.3896713615023469E-2</c:v>
                </c:pt>
                <c:pt idx="141" formatCode="#\ ##0.0">
                  <c:v>0.11737089201877934</c:v>
                </c:pt>
                <c:pt idx="142" formatCode="#\ ##0.0">
                  <c:v>7.9812206572769953E-2</c:v>
                </c:pt>
                <c:pt idx="143" formatCode="#\ ##0.0">
                  <c:v>9.6244131455399062E-2</c:v>
                </c:pt>
                <c:pt idx="144" formatCode="#\ ##0.0">
                  <c:v>9.154929577464789E-2</c:v>
                </c:pt>
                <c:pt idx="145" formatCode="#\ ##0.0">
                  <c:v>7.5117370892018781E-2</c:v>
                </c:pt>
                <c:pt idx="146" formatCode="#\ ##0.0">
                  <c:v>7.5117370892018781E-2</c:v>
                </c:pt>
                <c:pt idx="147" formatCode="#\ ##0.0">
                  <c:v>7.2769953051643188E-2</c:v>
                </c:pt>
                <c:pt idx="148" formatCode="#\ ##0.0">
                  <c:v>8.2159624413145546E-2</c:v>
                </c:pt>
                <c:pt idx="149" formatCode="#\ ##0.0">
                  <c:v>7.5117370892018781E-2</c:v>
                </c:pt>
                <c:pt idx="150" formatCode="#\ ##0.0">
                  <c:v>5.39906103286385E-2</c:v>
                </c:pt>
                <c:pt idx="151" formatCode="#\ ##0.0">
                  <c:v>8.2159624413145546E-2</c:v>
                </c:pt>
                <c:pt idx="152" formatCode="#\ ##0.0">
                  <c:v>8.2051282051282051E-2</c:v>
                </c:pt>
                <c:pt idx="153" formatCode="#\ ##0.0">
                  <c:v>6.4102564102564097E-2</c:v>
                </c:pt>
                <c:pt idx="154" formatCode="#\ ##0.0">
                  <c:v>4.8717948717948718E-2</c:v>
                </c:pt>
                <c:pt idx="155" formatCode="#\ ##0.0">
                  <c:v>7.6923076923076927E-2</c:v>
                </c:pt>
                <c:pt idx="156" formatCode="#\ ##0.0">
                  <c:v>5.8974358974358973E-2</c:v>
                </c:pt>
                <c:pt idx="157" formatCode="#\ ##0.0">
                  <c:v>8.2051282051282051E-2</c:v>
                </c:pt>
                <c:pt idx="158" formatCode="#\ ##0.0">
                  <c:v>8.9743589743589744E-2</c:v>
                </c:pt>
                <c:pt idx="159" formatCode="#\ ##0.0">
                  <c:v>7.4358974358974358E-2</c:v>
                </c:pt>
                <c:pt idx="160" formatCode="#\ ##0.0">
                  <c:v>9.2307692307692313E-2</c:v>
                </c:pt>
                <c:pt idx="161" formatCode="#\ ##0.0">
                  <c:v>7.6923076923076927E-2</c:v>
                </c:pt>
                <c:pt idx="162" formatCode="#\ ##0.0">
                  <c:v>6.4102564102564097E-2</c:v>
                </c:pt>
                <c:pt idx="163" formatCode="#\ ##0.0">
                  <c:v>7.9487179487179482E-2</c:v>
                </c:pt>
                <c:pt idx="164" formatCode="#\ ##0.0">
                  <c:v>8.7179487179487175E-2</c:v>
                </c:pt>
                <c:pt idx="165" formatCode="#\ ##0.0">
                  <c:v>5.6410256410256411E-2</c:v>
                </c:pt>
                <c:pt idx="166" formatCode="#\ ##0.0">
                  <c:v>6.6666666666666666E-2</c:v>
                </c:pt>
                <c:pt idx="167" formatCode="#\ ##0.0">
                  <c:v>6.9230769230769235E-2</c:v>
                </c:pt>
                <c:pt idx="168" formatCode="#\ ##0.0">
                  <c:v>7.179487179487179E-2</c:v>
                </c:pt>
                <c:pt idx="169" formatCode="#\ ##0.0">
                  <c:v>5.128205128205128E-2</c:v>
                </c:pt>
                <c:pt idx="170" formatCode="#\ ##0.0">
                  <c:v>8.2051282051282051E-2</c:v>
                </c:pt>
                <c:pt idx="171" formatCode="#\ ##0.0">
                  <c:v>7.179487179487179E-2</c:v>
                </c:pt>
                <c:pt idx="172" formatCode="#\ ##0.0">
                  <c:v>7.179487179487179E-2</c:v>
                </c:pt>
                <c:pt idx="173" formatCode="#\ ##0.0">
                  <c:v>7.4358974358974358E-2</c:v>
                </c:pt>
                <c:pt idx="174" formatCode="#\ ##0.0">
                  <c:v>9.2307692307692313E-2</c:v>
                </c:pt>
                <c:pt idx="175" formatCode="#\ ##0.0">
                  <c:v>6.1538461538461542E-2</c:v>
                </c:pt>
                <c:pt idx="176" formatCode="#\ ##0.0">
                  <c:v>8.461538461538462E-2</c:v>
                </c:pt>
                <c:pt idx="177" formatCode="#\ ##0.0">
                  <c:v>6.6666666666666666E-2</c:v>
                </c:pt>
                <c:pt idx="178" formatCode="#\ ##0.0">
                  <c:v>6.1538461538461542E-2</c:v>
                </c:pt>
                <c:pt idx="179" formatCode="#\ ##0.0">
                  <c:v>8.2051282051282051E-2</c:v>
                </c:pt>
                <c:pt idx="180" formatCode="#\ ##0.0">
                  <c:v>7.4358974358974358E-2</c:v>
                </c:pt>
                <c:pt idx="181" formatCode="#\ ##0.0">
                  <c:v>5.6410256410256411E-2</c:v>
                </c:pt>
                <c:pt idx="182" formatCode="#\ ##0.0">
                  <c:v>9.4871794871794868E-2</c:v>
                </c:pt>
                <c:pt idx="183" formatCode="#\ ##0.0">
                  <c:v>4.4776119402985072E-2</c:v>
                </c:pt>
                <c:pt idx="184" formatCode="#\ ##0.0">
                  <c:v>6.5298507462686561E-2</c:v>
                </c:pt>
                <c:pt idx="185" formatCode="#\ ##0.0">
                  <c:v>7.4626865671641784E-2</c:v>
                </c:pt>
                <c:pt idx="186" formatCode="#\ ##0.0">
                  <c:v>8.5820895522388058E-2</c:v>
                </c:pt>
                <c:pt idx="187" formatCode="#\ ##0.0">
                  <c:v>6.7164179104477612E-2</c:v>
                </c:pt>
                <c:pt idx="188" formatCode="#\ ##0.0">
                  <c:v>8.5820895522388058E-2</c:v>
                </c:pt>
                <c:pt idx="189" formatCode="#\ ##0.0">
                  <c:v>6.5298507462686561E-2</c:v>
                </c:pt>
                <c:pt idx="190" formatCode="#\ ##0.0">
                  <c:v>9.8880597014925367E-2</c:v>
                </c:pt>
                <c:pt idx="191" formatCode="#\ ##0.0">
                  <c:v>9.8880597014925367E-2</c:v>
                </c:pt>
                <c:pt idx="192" formatCode="#\ ##0.0">
                  <c:v>9.7014925373134331E-2</c:v>
                </c:pt>
                <c:pt idx="193" formatCode="#\ ##0.0">
                  <c:v>0.12126865671641791</c:v>
                </c:pt>
                <c:pt idx="194" formatCode="#\ ##0.0">
                  <c:v>9.7014925373134331E-2</c:v>
                </c:pt>
                <c:pt idx="195" formatCode="#\ ##0.0">
                  <c:v>0.11567164179104478</c:v>
                </c:pt>
                <c:pt idx="196" formatCode="#\ ##0.0">
                  <c:v>0.14365671641791045</c:v>
                </c:pt>
                <c:pt idx="197" formatCode="#\ ##0.0">
                  <c:v>0.11380597014925373</c:v>
                </c:pt>
                <c:pt idx="198" formatCode="#\ ##0.0">
                  <c:v>0.13059701492537312</c:v>
                </c:pt>
                <c:pt idx="199" formatCode="#\ ##0.0">
                  <c:v>0.12313432835820895</c:v>
                </c:pt>
                <c:pt idx="200" formatCode="#\ ##0.0">
                  <c:v>0.13619402985074627</c:v>
                </c:pt>
                <c:pt idx="201" formatCode="#\ ##0.0">
                  <c:v>0.13619402985074627</c:v>
                </c:pt>
                <c:pt idx="202" formatCode="#\ ##0.0">
                  <c:v>0.14925373134328357</c:v>
                </c:pt>
                <c:pt idx="203" formatCode="#\ ##0.0">
                  <c:v>0.13992537313432835</c:v>
                </c:pt>
                <c:pt idx="204" formatCode="#\ ##0.0">
                  <c:v>0.16791044776119404</c:v>
                </c:pt>
                <c:pt idx="205" formatCode="#\ ##0.0">
                  <c:v>0.1455223880597015</c:v>
                </c:pt>
                <c:pt idx="206" formatCode="#\ ##0.0">
                  <c:v>0.16791044776119404</c:v>
                </c:pt>
                <c:pt idx="207" formatCode="#\ ##0.0">
                  <c:v>0.16417910447761194</c:v>
                </c:pt>
                <c:pt idx="208" formatCode="#\ ##0.0">
                  <c:v>0.15485074626865672</c:v>
                </c:pt>
                <c:pt idx="209" formatCode="#\ ##0.0">
                  <c:v>0.17164179104477612</c:v>
                </c:pt>
                <c:pt idx="210" formatCode="#\ ##0.0">
                  <c:v>0.18470149253731344</c:v>
                </c:pt>
                <c:pt idx="211" formatCode="#\ ##0.0">
                  <c:v>0.17350746268656717</c:v>
                </c:pt>
                <c:pt idx="212" formatCode="#\ ##0.0">
                  <c:v>0.21455223880597016</c:v>
                </c:pt>
                <c:pt idx="213" formatCode="#\ ##0.0">
                  <c:v>0.20149253731343283</c:v>
                </c:pt>
                <c:pt idx="214" formatCode="#\ ##0.0">
                  <c:v>0.16091954022988506</c:v>
                </c:pt>
                <c:pt idx="215" formatCode="#\ ##0.0">
                  <c:v>0.1235632183908046</c:v>
                </c:pt>
                <c:pt idx="216" formatCode="#\ ##0.0">
                  <c:v>0.14080459770114942</c:v>
                </c:pt>
                <c:pt idx="217" formatCode="#\ ##0.0">
                  <c:v>0.14367816091954022</c:v>
                </c:pt>
                <c:pt idx="218" formatCode="#\ ##0.0">
                  <c:v>0.13649425287356323</c:v>
                </c:pt>
                <c:pt idx="219" formatCode="#\ ##0.0">
                  <c:v>0.14080459770114942</c:v>
                </c:pt>
                <c:pt idx="220" formatCode="#\ ##0.0">
                  <c:v>0.12931034482758622</c:v>
                </c:pt>
                <c:pt idx="221" formatCode="#\ ##0.0">
                  <c:v>0.15373563218390804</c:v>
                </c:pt>
                <c:pt idx="222" formatCode="#\ ##0.0">
                  <c:v>0.14511494252873564</c:v>
                </c:pt>
                <c:pt idx="223" formatCode="#\ ##0.0">
                  <c:v>0.14942528735632185</c:v>
                </c:pt>
                <c:pt idx="224" formatCode="#\ ##0.0">
                  <c:v>0.14080459770114942</c:v>
                </c:pt>
                <c:pt idx="225" formatCode="#\ ##0.0">
                  <c:v>0.14511494252873564</c:v>
                </c:pt>
                <c:pt idx="226" formatCode="#\ ##0.0">
                  <c:v>0.13505747126436782</c:v>
                </c:pt>
                <c:pt idx="227" formatCode="#\ ##0.0">
                  <c:v>0.15517241379310345</c:v>
                </c:pt>
                <c:pt idx="228" formatCode="#\ ##0.0">
                  <c:v>0.14798850574712644</c:v>
                </c:pt>
                <c:pt idx="229" formatCode="#\ ##0.0">
                  <c:v>0.13649425287356323</c:v>
                </c:pt>
                <c:pt idx="230" formatCode="#\ ##0.0">
                  <c:v>0.15373563218390804</c:v>
                </c:pt>
                <c:pt idx="231" formatCode="#\ ##0.0">
                  <c:v>0.16666666666666666</c:v>
                </c:pt>
                <c:pt idx="232" formatCode="#\ ##0.0">
                  <c:v>0.15660919540229884</c:v>
                </c:pt>
                <c:pt idx="233" formatCode="#\ ##0.0">
                  <c:v>0.1206896551724138</c:v>
                </c:pt>
                <c:pt idx="234" formatCode="#\ ##0.0">
                  <c:v>0.14080459770114942</c:v>
                </c:pt>
                <c:pt idx="235" formatCode="#\ ##0.0">
                  <c:v>0.16522988505747127</c:v>
                </c:pt>
                <c:pt idx="236" formatCode="#\ ##0.0">
                  <c:v>0.13649425287356323</c:v>
                </c:pt>
                <c:pt idx="237" formatCode="#\ ##0.0">
                  <c:v>0.15229885057471265</c:v>
                </c:pt>
                <c:pt idx="238" formatCode="#\ ##0.0">
                  <c:v>0.16954022988505746</c:v>
                </c:pt>
                <c:pt idx="239" formatCode="#\ ##0.0">
                  <c:v>0.18247126436781611</c:v>
                </c:pt>
                <c:pt idx="240" formatCode="#\ ##0.0">
                  <c:v>0.14942528735632185</c:v>
                </c:pt>
                <c:pt idx="241" formatCode="#\ ##0.0">
                  <c:v>0.18821839080459771</c:v>
                </c:pt>
                <c:pt idx="242" formatCode="#\ ##0.0">
                  <c:v>8.4196891191709838E-2</c:v>
                </c:pt>
                <c:pt idx="243" formatCode="#\ ##0.0">
                  <c:v>8.937823834196891E-2</c:v>
                </c:pt>
                <c:pt idx="244" formatCode="#\ ##0.0">
                  <c:v>0.10816062176165803</c:v>
                </c:pt>
                <c:pt idx="245" formatCode="#\ ##0.0">
                  <c:v>0.11010362694300518</c:v>
                </c:pt>
                <c:pt idx="246" formatCode="#\ ##0.0">
                  <c:v>0.10686528497409327</c:v>
                </c:pt>
                <c:pt idx="247" formatCode="#\ ##0.0">
                  <c:v>9.6502590673575125E-2</c:v>
                </c:pt>
                <c:pt idx="248" formatCode="#\ ##0.0">
                  <c:v>9.7797927461139897E-2</c:v>
                </c:pt>
                <c:pt idx="249" formatCode="#\ ##0.0">
                  <c:v>0.11204663212435233</c:v>
                </c:pt>
                <c:pt idx="250" formatCode="#\ ##0.0">
                  <c:v>9.7150259067357511E-2</c:v>
                </c:pt>
                <c:pt idx="251" formatCode="#\ ##0.0">
                  <c:v>0.10492227979274611</c:v>
                </c:pt>
                <c:pt idx="252" formatCode="#\ ##0.0">
                  <c:v>0.1133419689119171</c:v>
                </c:pt>
                <c:pt idx="253" formatCode="#\ ##0.0">
                  <c:v>0.11398963730569948</c:v>
                </c:pt>
                <c:pt idx="254" formatCode="#\ ##0.0">
                  <c:v>0.11658031088082901</c:v>
                </c:pt>
                <c:pt idx="255" formatCode="#\ ##0.0">
                  <c:v>0.10880829015544041</c:v>
                </c:pt>
                <c:pt idx="256" formatCode="#\ ##0.0">
                  <c:v>0.11981865284974093</c:v>
                </c:pt>
                <c:pt idx="257" formatCode="#\ ##0.0">
                  <c:v>0.1172279792746114</c:v>
                </c:pt>
                <c:pt idx="258" formatCode="#\ ##0.0">
                  <c:v>0.11139896373056994</c:v>
                </c:pt>
                <c:pt idx="259" formatCode="#\ ##0.0">
                  <c:v>0.1211139896373057</c:v>
                </c:pt>
                <c:pt idx="260" formatCode="#\ ##0.0">
                  <c:v>0.14119170984455959</c:v>
                </c:pt>
                <c:pt idx="261" formatCode="#\ ##0.0">
                  <c:v>0.11917098445595854</c:v>
                </c:pt>
                <c:pt idx="262" formatCode="#\ ##0.0">
                  <c:v>0.12564766839378239</c:v>
                </c:pt>
                <c:pt idx="263" formatCode="#\ ##0.0">
                  <c:v>8.4844559585492224E-2</c:v>
                </c:pt>
                <c:pt idx="264" formatCode="#\ ##0.0">
                  <c:v>0.11398963730569948</c:v>
                </c:pt>
                <c:pt idx="265" formatCode="#\ ##0.0">
                  <c:v>8.8082901554404139E-2</c:v>
                </c:pt>
                <c:pt idx="266" formatCode="#\ ##0.0">
                  <c:v>9.9093264248704668E-2</c:v>
                </c:pt>
                <c:pt idx="267" formatCode="#\ ##0.0">
                  <c:v>0.10297927461139897</c:v>
                </c:pt>
                <c:pt idx="268" formatCode="#\ ##0.0">
                  <c:v>9.2616580310880825E-2</c:v>
                </c:pt>
                <c:pt idx="269" formatCode="#\ ##0.0">
                  <c:v>0.10103626943005181</c:v>
                </c:pt>
                <c:pt idx="270" formatCode="#\ ##0.0">
                  <c:v>9.7797927461139897E-2</c:v>
                </c:pt>
                <c:pt idx="271" formatCode="#\ ##0.0">
                  <c:v>9.585492227979274E-2</c:v>
                </c:pt>
                <c:pt idx="272" formatCode="#\ ##0.0">
                  <c:v>0.11917098445595854</c:v>
                </c:pt>
                <c:pt idx="273" formatCode="#\ ##0.0">
                  <c:v>0.19863680623174293</c:v>
                </c:pt>
                <c:pt idx="274" formatCode="#\ ##0.0">
                  <c:v>0.20934761441090555</c:v>
                </c:pt>
                <c:pt idx="275" formatCode="#\ ##0.0">
                  <c:v>0.19279454722492698</c:v>
                </c:pt>
                <c:pt idx="276" formatCode="#\ ##0.0">
                  <c:v>0.19376825705939629</c:v>
                </c:pt>
                <c:pt idx="277" formatCode="#\ ##0.0">
                  <c:v>0.1830574488802337</c:v>
                </c:pt>
                <c:pt idx="278" formatCode="#\ ##0.0">
                  <c:v>0.19182083739045763</c:v>
                </c:pt>
                <c:pt idx="279" formatCode="#\ ##0.0">
                  <c:v>0.186952288218111</c:v>
                </c:pt>
                <c:pt idx="280" formatCode="#\ ##0.0">
                  <c:v>0.19474196689386564</c:v>
                </c:pt>
                <c:pt idx="281" formatCode="#\ ##0.0">
                  <c:v>0.186952288218111</c:v>
                </c:pt>
                <c:pt idx="282" formatCode="#\ ##0.0">
                  <c:v>0.16747809152872445</c:v>
                </c:pt>
                <c:pt idx="283" formatCode="#\ ##0.0">
                  <c:v>0.15579357351509251</c:v>
                </c:pt>
                <c:pt idx="284" formatCode="#\ ##0.0">
                  <c:v>0.16358325219084713</c:v>
                </c:pt>
                <c:pt idx="285" formatCode="#\ ##0.0">
                  <c:v>0.1665043816942551</c:v>
                </c:pt>
                <c:pt idx="286" formatCode="#\ ##0.0">
                  <c:v>0.14995131450827653</c:v>
                </c:pt>
                <c:pt idx="287" formatCode="#\ ##0.0">
                  <c:v>0.14216163583252192</c:v>
                </c:pt>
                <c:pt idx="288" formatCode="#\ ##0.0">
                  <c:v>0.16163583252190847</c:v>
                </c:pt>
                <c:pt idx="289" formatCode="#\ ##0.0">
                  <c:v>0.13047711781888996</c:v>
                </c:pt>
                <c:pt idx="290" formatCode="#\ ##0.0">
                  <c:v>0.1450827653359299</c:v>
                </c:pt>
                <c:pt idx="291" formatCode="#\ ##0.0">
                  <c:v>0.12852969814995133</c:v>
                </c:pt>
                <c:pt idx="292" formatCode="#\ ##0.0">
                  <c:v>0.12755598831548198</c:v>
                </c:pt>
                <c:pt idx="293" formatCode="#\ ##0.0">
                  <c:v>0.10126582278481013</c:v>
                </c:pt>
                <c:pt idx="294" formatCode="#\ ##0.0">
                  <c:v>0.10223953261927946</c:v>
                </c:pt>
                <c:pt idx="295" formatCode="#\ ##0.0">
                  <c:v>0.10223953261927946</c:v>
                </c:pt>
                <c:pt idx="296" formatCode="#\ ##0.0">
                  <c:v>8.7633885102239531E-2</c:v>
                </c:pt>
                <c:pt idx="297" formatCode="#\ ##0.0">
                  <c:v>9.8344693281402148E-2</c:v>
                </c:pt>
                <c:pt idx="298" formatCode="#\ ##0.0">
                  <c:v>8.9581304771178191E-2</c:v>
                </c:pt>
                <c:pt idx="299" formatCode="#\ ##0.0">
                  <c:v>6.621226874391431E-2</c:v>
                </c:pt>
                <c:pt idx="300" formatCode="#\ ##0.0">
                  <c:v>7.3028237585199607E-2</c:v>
                </c:pt>
                <c:pt idx="301" formatCode="#\ ##0.0">
                  <c:v>7.108081791626096E-2</c:v>
                </c:pt>
                <c:pt idx="302" formatCode="#\ ##0.0">
                  <c:v>6.91333982473223E-2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292-42CD-867B-E8BD56870C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68048975"/>
        <c:axId val="1768038991"/>
      </c:lineChart>
      <c:dateAx>
        <c:axId val="17680489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solidFill>
                      <a:schemeClr val="tx1"/>
                    </a:solidFill>
                  </a:rPr>
                  <a:t>Месяц</a:t>
                </a:r>
              </a:p>
            </c:rich>
          </c:tx>
          <c:layout>
            <c:manualLayout>
              <c:xMode val="edge"/>
              <c:yMode val="edge"/>
              <c:x val="8.0145096624286677E-2"/>
              <c:y val="0.901787821609563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68038991"/>
        <c:crosses val="autoZero"/>
        <c:auto val="1"/>
        <c:lblOffset val="100"/>
        <c:baseTimeUnit val="days"/>
        <c:majorUnit val="1"/>
        <c:majorTimeUnit val="months"/>
        <c:minorUnit val="1"/>
        <c:minorTimeUnit val="days"/>
      </c:dateAx>
      <c:valAx>
        <c:axId val="1768038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/>
                    </a:solidFill>
                  </a:rPr>
                  <a:t>Sticky Factor</a:t>
                </a:r>
                <a:endParaRPr lang="ru-RU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\ #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680489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[query_result_2025-12-06T10_56_31.87901Z.xlsx]Лист1!Сводная таблица5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 algn="r"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800">
                <a:solidFill>
                  <a:schemeClr val="tx1"/>
                </a:solidFill>
              </a:rPr>
              <a:t>Динамика выручки по типам игровых предметов</a:t>
            </a:r>
          </a:p>
        </c:rich>
      </c:tx>
      <c:layout>
        <c:manualLayout>
          <c:xMode val="edge"/>
          <c:yMode val="edge"/>
          <c:x val="0.31133431292511771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r"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4322110744201642"/>
          <c:y val="0.10445244235606151"/>
          <c:w val="0.74456505078902502"/>
          <c:h val="0.779610638426742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Лист1!$B$3:$B$4</c:f>
              <c:strCache>
                <c:ptCount val="1"/>
                <c:pt idx="0">
                  <c:v>Боеприпасы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multiLvlStrRef>
              <c:f>Лист1!$A$5:$A$16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Лист1!$B$5:$B$16</c:f>
              <c:numCache>
                <c:formatCode>General</c:formatCode>
                <c:ptCount val="10"/>
                <c:pt idx="0">
                  <c:v>11500</c:v>
                </c:pt>
                <c:pt idx="1">
                  <c:v>14750</c:v>
                </c:pt>
                <c:pt idx="2">
                  <c:v>18500</c:v>
                </c:pt>
                <c:pt idx="3">
                  <c:v>16250</c:v>
                </c:pt>
                <c:pt idx="4">
                  <c:v>22250</c:v>
                </c:pt>
                <c:pt idx="5">
                  <c:v>11250</c:v>
                </c:pt>
                <c:pt idx="6">
                  <c:v>31000</c:v>
                </c:pt>
                <c:pt idx="7">
                  <c:v>32500</c:v>
                </c:pt>
                <c:pt idx="8">
                  <c:v>49000</c:v>
                </c:pt>
                <c:pt idx="9">
                  <c:v>16750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4C-45D4-8FA3-1088F56CC76A}"/>
            </c:ext>
          </c:extLst>
        </c:ser>
        <c:ser>
          <c:idx val="1"/>
          <c:order val="1"/>
          <c:tx>
            <c:strRef>
              <c:f>Лист1!$C$3:$C$4</c:f>
              <c:strCache>
                <c:ptCount val="1"/>
                <c:pt idx="0">
                  <c:v>Деньги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multiLvlStrRef>
              <c:f>Лист1!$A$5:$A$16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Лист1!$C$5:$C$16</c:f>
              <c:numCache>
                <c:formatCode>General</c:formatCode>
                <c:ptCount val="10"/>
                <c:pt idx="0">
                  <c:v>12930</c:v>
                </c:pt>
                <c:pt idx="1">
                  <c:v>39170</c:v>
                </c:pt>
                <c:pt idx="2">
                  <c:v>25580</c:v>
                </c:pt>
                <c:pt idx="3">
                  <c:v>31280</c:v>
                </c:pt>
                <c:pt idx="4">
                  <c:v>24580</c:v>
                </c:pt>
                <c:pt idx="5">
                  <c:v>26730</c:v>
                </c:pt>
                <c:pt idx="6">
                  <c:v>49300</c:v>
                </c:pt>
                <c:pt idx="7">
                  <c:v>45180</c:v>
                </c:pt>
                <c:pt idx="8">
                  <c:v>106440</c:v>
                </c:pt>
                <c:pt idx="9">
                  <c:v>39800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4C-45D4-8FA3-1088F56CC76A}"/>
            </c:ext>
          </c:extLst>
        </c:ser>
        <c:ser>
          <c:idx val="2"/>
          <c:order val="2"/>
          <c:tx>
            <c:strRef>
              <c:f>Лист1!$D$3:$D$4</c:f>
              <c:strCache>
                <c:ptCount val="1"/>
                <c:pt idx="0">
                  <c:v>Материалы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multiLvlStrRef>
              <c:f>Лист1!$A$5:$A$16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Лист1!$D$5:$D$16</c:f>
              <c:numCache>
                <c:formatCode>General</c:formatCode>
                <c:ptCount val="10"/>
                <c:pt idx="0">
                  <c:v>14700</c:v>
                </c:pt>
                <c:pt idx="1">
                  <c:v>11900</c:v>
                </c:pt>
                <c:pt idx="2">
                  <c:v>21800</c:v>
                </c:pt>
                <c:pt idx="3">
                  <c:v>18800</c:v>
                </c:pt>
                <c:pt idx="4">
                  <c:v>20400</c:v>
                </c:pt>
                <c:pt idx="5">
                  <c:v>18800</c:v>
                </c:pt>
                <c:pt idx="6">
                  <c:v>27000</c:v>
                </c:pt>
                <c:pt idx="7">
                  <c:v>30200</c:v>
                </c:pt>
                <c:pt idx="8">
                  <c:v>46500</c:v>
                </c:pt>
                <c:pt idx="9">
                  <c:v>26500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14C-45D4-8FA3-1088F56CC76A}"/>
            </c:ext>
          </c:extLst>
        </c:ser>
        <c:ser>
          <c:idx val="3"/>
          <c:order val="3"/>
          <c:tx>
            <c:strRef>
              <c:f>Лист1!$E$3:$E$4</c:f>
              <c:strCache>
                <c:ptCount val="1"/>
                <c:pt idx="0">
                  <c:v>Оружие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multiLvlStrRef>
              <c:f>Лист1!$A$5:$A$16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Лист1!$E$5:$E$16</c:f>
              <c:numCache>
                <c:formatCode>General</c:formatCode>
                <c:ptCount val="10"/>
                <c:pt idx="0">
                  <c:v>798</c:v>
                </c:pt>
                <c:pt idx="1">
                  <c:v>1270</c:v>
                </c:pt>
                <c:pt idx="2">
                  <c:v>2039</c:v>
                </c:pt>
                <c:pt idx="3">
                  <c:v>599</c:v>
                </c:pt>
                <c:pt idx="4">
                  <c:v>1807</c:v>
                </c:pt>
                <c:pt idx="5">
                  <c:v>609</c:v>
                </c:pt>
                <c:pt idx="6">
                  <c:v>4064</c:v>
                </c:pt>
                <c:pt idx="7">
                  <c:v>1258</c:v>
                </c:pt>
                <c:pt idx="8">
                  <c:v>3670</c:v>
                </c:pt>
                <c:pt idx="9">
                  <c:v>1669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14C-45D4-8FA3-1088F56CC76A}"/>
            </c:ext>
          </c:extLst>
        </c:ser>
        <c:ser>
          <c:idx val="4"/>
          <c:order val="4"/>
          <c:tx>
            <c:strRef>
              <c:f>Лист1!$F$3:$F$4</c:f>
              <c:strCache>
                <c:ptCount val="1"/>
                <c:pt idx="0">
                  <c:v>Транспорт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multiLvlStrRef>
              <c:f>Лист1!$A$5:$A$16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Лист1!$F$5:$F$16</c:f>
              <c:numCache>
                <c:formatCode>General</c:formatCode>
                <c:ptCount val="10"/>
                <c:pt idx="0">
                  <c:v>9485</c:v>
                </c:pt>
                <c:pt idx="1">
                  <c:v>11681</c:v>
                </c:pt>
                <c:pt idx="2">
                  <c:v>5291</c:v>
                </c:pt>
                <c:pt idx="3">
                  <c:v>9584</c:v>
                </c:pt>
                <c:pt idx="4">
                  <c:v>10782</c:v>
                </c:pt>
                <c:pt idx="5">
                  <c:v>5691</c:v>
                </c:pt>
                <c:pt idx="6">
                  <c:v>15374</c:v>
                </c:pt>
                <c:pt idx="7">
                  <c:v>15374</c:v>
                </c:pt>
                <c:pt idx="8">
                  <c:v>13578</c:v>
                </c:pt>
                <c:pt idx="9">
                  <c:v>10281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14C-45D4-8FA3-1088F56CC7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1524191"/>
        <c:axId val="361527519"/>
      </c:barChart>
      <c:catAx>
        <c:axId val="3615241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1527519"/>
        <c:crosses val="autoZero"/>
        <c:auto val="1"/>
        <c:lblAlgn val="ctr"/>
        <c:lblOffset val="100"/>
        <c:noMultiLvlLbl val="0"/>
      </c:catAx>
      <c:valAx>
        <c:axId val="3615275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₽&quot;* #,##0.00_);_(&quot;₽&quot;* \(#,##0.00\);_(&quot;₽&quot;* &quot;-&quot;??_);_(@_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15241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7005597570022521"/>
          <c:y val="0.11254953091079495"/>
          <c:w val="0.56981262452017689"/>
          <c:h val="5.17055422552198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[query_result_2025-12-06T10_56_31.87901Z.xlsx]Лист2!Сводная таблица6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400" dirty="0">
                <a:solidFill>
                  <a:schemeClr val="tx1"/>
                </a:solidFill>
              </a:rPr>
              <a:t>Динамика выручки </a:t>
            </a:r>
          </a:p>
        </c:rich>
      </c:tx>
      <c:layout>
        <c:manualLayout>
          <c:xMode val="edge"/>
          <c:yMode val="edge"/>
          <c:x val="0.31783472396562762"/>
          <c:y val="1.663360319644590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Лист2!$B$3</c:f>
              <c:strCache>
                <c:ptCount val="1"/>
                <c:pt idx="0">
                  <c:v>Итог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multiLvlStrRef>
              <c:f>Лист2!$A$4:$A$15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Лист2!$B$4:$B$15</c:f>
              <c:numCache>
                <c:formatCode>_-* #\ ##0.00\ [$₽-419]_-;\-* #\ ##0.00\ [$₽-419]_-;_-* "-"??\ [$₽-419]_-;_-@_-</c:formatCode>
                <c:ptCount val="10"/>
                <c:pt idx="0">
                  <c:v>49413</c:v>
                </c:pt>
                <c:pt idx="1">
                  <c:v>78771</c:v>
                </c:pt>
                <c:pt idx="2">
                  <c:v>73210</c:v>
                </c:pt>
                <c:pt idx="3">
                  <c:v>76513</c:v>
                </c:pt>
                <c:pt idx="4">
                  <c:v>79819</c:v>
                </c:pt>
                <c:pt idx="5">
                  <c:v>63080</c:v>
                </c:pt>
                <c:pt idx="6">
                  <c:v>126738</c:v>
                </c:pt>
                <c:pt idx="7">
                  <c:v>124512</c:v>
                </c:pt>
                <c:pt idx="8">
                  <c:v>219188</c:v>
                </c:pt>
                <c:pt idx="9">
                  <c:v>95000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DF-4CE0-B605-5E8449749A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89479711"/>
        <c:axId val="420428063"/>
      </c:lineChart>
      <c:catAx>
        <c:axId val="289479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20428063"/>
        <c:crosses val="autoZero"/>
        <c:auto val="1"/>
        <c:lblAlgn val="ctr"/>
        <c:lblOffset val="100"/>
        <c:noMultiLvlLbl val="0"/>
      </c:catAx>
      <c:valAx>
        <c:axId val="4204280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.00\ [$₽-419]_-;\-* #\ ##0.00\ [$₽-419]_-;_-* &quot;-&quot;??\ [$₽-419]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894797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800">
                <a:solidFill>
                  <a:schemeClr val="tx1"/>
                </a:solidFill>
              </a:rPr>
              <a:t>Динамика кол-ва кристаллов в покупке </a:t>
            </a:r>
            <a:r>
              <a:rPr lang="ru-RU" sz="1800" baseline="0">
                <a:solidFill>
                  <a:schemeClr val="tx1"/>
                </a:solidFill>
              </a:rPr>
              <a:t>и выручки</a:t>
            </a:r>
            <a:endParaRPr lang="ru-RU" sz="180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cked"/>
        <c:varyColors val="0"/>
        <c:ser>
          <c:idx val="1"/>
          <c:order val="1"/>
          <c:tx>
            <c:strRef>
              <c:f>'Результат запроса'!$C$1</c:f>
              <c:strCache>
                <c:ptCount val="1"/>
                <c:pt idx="0">
                  <c:v>Выручка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запроса'!$C$2:$C$11</c:f>
              <c:numCache>
                <c:formatCode>_("₽"* #,##0.00_);_("₽"* \(#,##0.00\);_("₽"* "-"??_);_(@_)</c:formatCode>
                <c:ptCount val="10"/>
                <c:pt idx="0">
                  <c:v>4930</c:v>
                </c:pt>
                <c:pt idx="1">
                  <c:v>17170</c:v>
                </c:pt>
                <c:pt idx="2">
                  <c:v>12580</c:v>
                </c:pt>
                <c:pt idx="3">
                  <c:v>14280</c:v>
                </c:pt>
                <c:pt idx="4">
                  <c:v>12580</c:v>
                </c:pt>
                <c:pt idx="5">
                  <c:v>11730</c:v>
                </c:pt>
                <c:pt idx="6">
                  <c:v>14300</c:v>
                </c:pt>
                <c:pt idx="7">
                  <c:v>12980</c:v>
                </c:pt>
                <c:pt idx="8">
                  <c:v>37840</c:v>
                </c:pt>
                <c:pt idx="9">
                  <c:v>13200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82D-45EF-9AE2-95280EFBD9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20419327"/>
        <c:axId val="420433055"/>
      </c:lineChart>
      <c:lineChart>
        <c:grouping val="stacke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Среднее кол-во в 1 покупке</c:v>
                </c:pt>
              </c:strCache>
            </c:strRef>
          </c:tx>
          <c:spPr>
            <a:ln w="28575" cap="rnd">
              <a:solidFill>
                <a:schemeClr val="accent3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0</c:formatCode>
                <c:ptCount val="10"/>
                <c:pt idx="0">
                  <c:v>29</c:v>
                </c:pt>
                <c:pt idx="1">
                  <c:v>31.5625</c:v>
                </c:pt>
                <c:pt idx="2">
                  <c:v>32.173913043478258</c:v>
                </c:pt>
                <c:pt idx="3">
                  <c:v>28</c:v>
                </c:pt>
                <c:pt idx="4">
                  <c:v>29.6</c:v>
                </c:pt>
                <c:pt idx="5">
                  <c:v>30</c:v>
                </c:pt>
                <c:pt idx="6">
                  <c:v>19.117647058823529</c:v>
                </c:pt>
                <c:pt idx="7">
                  <c:v>17.352941176470587</c:v>
                </c:pt>
                <c:pt idx="8">
                  <c:v>22.051282051282051</c:v>
                </c:pt>
                <c:pt idx="9">
                  <c:v>23.076923076923077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82D-45EF-9AE2-95280EFBD9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2849487"/>
        <c:axId val="292850735"/>
      </c:lineChart>
      <c:dateAx>
        <c:axId val="420419327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20433055"/>
        <c:crosses val="autoZero"/>
        <c:auto val="1"/>
        <c:lblOffset val="100"/>
        <c:baseTimeUnit val="months"/>
      </c:dateAx>
      <c:valAx>
        <c:axId val="4204330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₽&quot;* #,##0.00_);_(&quot;₽&quot;* \(#,##0.00\);_(&quot;₽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20419327"/>
        <c:crosses val="autoZero"/>
        <c:crossBetween val="between"/>
      </c:valAx>
      <c:valAx>
        <c:axId val="292850735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solidFill>
                      <a:schemeClr val="tx1"/>
                    </a:solidFill>
                  </a:rPr>
                  <a:t>Кол-во</a:t>
                </a:r>
                <a:r>
                  <a:rPr lang="ru-RU" baseline="0">
                    <a:solidFill>
                      <a:schemeClr val="tx1"/>
                    </a:solidFill>
                  </a:rPr>
                  <a:t> кристаллов, шт.</a:t>
                </a:r>
                <a:endParaRPr lang="ru-RU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92849487"/>
        <c:crosses val="max"/>
        <c:crossBetween val="between"/>
      </c:valAx>
      <c:dateAx>
        <c:axId val="292849487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92850735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800" dirty="0">
                <a:solidFill>
                  <a:schemeClr val="tx1"/>
                </a:solidFill>
              </a:rPr>
              <a:t>Динамика среднего платежа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cked"/>
        <c:varyColors val="0"/>
        <c:ser>
          <c:idx val="1"/>
          <c:order val="1"/>
          <c:tx>
            <c:strRef>
              <c:f>'Результат запроса'!$F$1</c:f>
              <c:strCache>
                <c:ptCount val="1"/>
                <c:pt idx="0">
                  <c:v>Средний платеж  по когортам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запроса'!$A$2:$A$10</c:f>
              <c:numCache>
                <c:formatCode>m/d/yyyy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запроса'!$F$2:$F$10</c:f>
              <c:numCache>
                <c:formatCode>_("₽"* #,##0.00_);_("₽"* \(#,##0.00\);_("₽"* "-"??_);_(@_)</c:formatCode>
                <c:ptCount val="9"/>
                <c:pt idx="0">
                  <c:v>118.54647887323942</c:v>
                </c:pt>
                <c:pt idx="1">
                  <c:v>95.038011695906434</c:v>
                </c:pt>
                <c:pt idx="2">
                  <c:v>150.36933797909407</c:v>
                </c:pt>
                <c:pt idx="3">
                  <c:v>154.87356321839081</c:v>
                </c:pt>
                <c:pt idx="4">
                  <c:v>209.65974025974023</c:v>
                </c:pt>
                <c:pt idx="5">
                  <c:v>248.06325301204819</c:v>
                </c:pt>
                <c:pt idx="6">
                  <c:v>340.4199475065617</c:v>
                </c:pt>
                <c:pt idx="7">
                  <c:v>577.60887096774195</c:v>
                </c:pt>
                <c:pt idx="8">
                  <c:v>1087.4320388349515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98-47F4-85C2-0E1E294FBF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6374047"/>
        <c:axId val="438460847"/>
      </c:lineChart>
      <c:lineChart>
        <c:grouping val="stacked"/>
        <c:varyColors val="0"/>
        <c:ser>
          <c:idx val="0"/>
          <c:order val="0"/>
          <c:tx>
            <c:strRef>
              <c:f>'Результат запроса'!$D$1</c:f>
              <c:strCache>
                <c:ptCount val="1"/>
                <c:pt idx="0">
                  <c:v>Средний платеж</c:v>
                </c:pt>
              </c:strCache>
            </c:strRef>
          </c:tx>
          <c:spPr>
            <a:ln w="28575" cap="rnd">
              <a:solidFill>
                <a:schemeClr val="accent6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запроса'!$A$2:$A$10</c:f>
              <c:numCache>
                <c:formatCode>m/d/yyyy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запроса'!$D$2:$D$10</c:f>
              <c:numCache>
                <c:formatCode>_("₽"* #,##0.00_);_("₽"* \(#,##0.00\);_("₽"* "-"??_);_(@_)</c:formatCode>
                <c:ptCount val="9"/>
                <c:pt idx="0">
                  <c:v>1185.4647887323943</c:v>
                </c:pt>
                <c:pt idx="1">
                  <c:v>855.34210526315792</c:v>
                </c:pt>
                <c:pt idx="2">
                  <c:v>1052.5853658536585</c:v>
                </c:pt>
                <c:pt idx="3">
                  <c:v>929.24137931034488</c:v>
                </c:pt>
                <c:pt idx="4">
                  <c:v>1048.2987012987012</c:v>
                </c:pt>
                <c:pt idx="5">
                  <c:v>992.25301204819277</c:v>
                </c:pt>
                <c:pt idx="6">
                  <c:v>1021.2598425196851</c:v>
                </c:pt>
                <c:pt idx="7">
                  <c:v>1155.2177419354839</c:v>
                </c:pt>
                <c:pt idx="8">
                  <c:v>1087.4320388349515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298-47F4-85C2-0E1E294FBF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00640943"/>
        <c:axId val="471892415"/>
      </c:lineChart>
      <c:dateAx>
        <c:axId val="476374047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38460847"/>
        <c:crosses val="autoZero"/>
        <c:auto val="1"/>
        <c:lblOffset val="100"/>
        <c:baseTimeUnit val="months"/>
      </c:dateAx>
      <c:valAx>
        <c:axId val="4384608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₽&quot;* #,##0.00_);_(&quot;₽&quot;* \(#,##0.00\);_(&quot;₽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76374047"/>
        <c:crosses val="autoZero"/>
        <c:crossBetween val="between"/>
      </c:valAx>
      <c:valAx>
        <c:axId val="471892415"/>
        <c:scaling>
          <c:orientation val="minMax"/>
        </c:scaling>
        <c:delete val="0"/>
        <c:axPos val="r"/>
        <c:numFmt formatCode="_(&quot;₽&quot;* #,##0.00_);_(&quot;₽&quot;* \(#,##0.00\);_(&quot;₽&quot;* &quot;-&quot;??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00640943"/>
        <c:crosses val="max"/>
        <c:crossBetween val="between"/>
      </c:valAx>
      <c:dateAx>
        <c:axId val="600640943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471892415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800" dirty="0">
                <a:solidFill>
                  <a:schemeClr val="tx1"/>
                </a:solidFill>
              </a:rPr>
              <a:t>Средняя длительность сессии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Средняя дина сессии 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Остальные когорты</c:v>
                </c:pt>
                <c:pt idx="1">
                  <c:v>Когорта 11-12.2022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2.95</c:v>
                </c:pt>
                <c:pt idx="1">
                  <c:v>3.62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D6-4DEA-AC15-9719D99AC7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05998527"/>
        <c:axId val="430144303"/>
      </c:barChart>
      <c:catAx>
        <c:axId val="605998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30144303"/>
        <c:crosses val="autoZero"/>
        <c:auto val="1"/>
        <c:lblAlgn val="ctr"/>
        <c:lblOffset val="100"/>
        <c:noMultiLvlLbl val="0"/>
      </c:catAx>
      <c:valAx>
        <c:axId val="430144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>
                    <a:solidFill>
                      <a:schemeClr val="tx1"/>
                    </a:solidFill>
                  </a:rPr>
                  <a:t>Длительность  сессии, ч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059985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>
                <a:solidFill>
                  <a:schemeClr val="tx1"/>
                </a:solidFill>
              </a:rPr>
              <a:t>Динамика пользовательской базы (прогноз)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Лист2!$B$2:$L$2</c:f>
              <c:numCache>
                <c:formatCode>0</c:formatCode>
                <c:ptCount val="11"/>
                <c:pt idx="0">
                  <c:v>342</c:v>
                </c:pt>
                <c:pt idx="1">
                  <c:v>314.64</c:v>
                </c:pt>
                <c:pt idx="2">
                  <c:v>289.46879999999999</c:v>
                </c:pt>
                <c:pt idx="3">
                  <c:v>266.31129600000003</c:v>
                </c:pt>
                <c:pt idx="4">
                  <c:v>245.00639232000003</c:v>
                </c:pt>
                <c:pt idx="5">
                  <c:v>225.40588093440005</c:v>
                </c:pt>
                <c:pt idx="6">
                  <c:v>207.37341045964806</c:v>
                </c:pt>
                <c:pt idx="7">
                  <c:v>190.78353762287622</c:v>
                </c:pt>
                <c:pt idx="8">
                  <c:v>175.52085461304614</c:v>
                </c:pt>
                <c:pt idx="9">
                  <c:v>161.47918624400245</c:v>
                </c:pt>
                <c:pt idx="10">
                  <c:v>148.56085134448227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9E-4B97-AAC6-D8820D10EC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0635343"/>
        <c:axId val="439562367"/>
      </c:lineChart>
      <c:catAx>
        <c:axId val="6006353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solidFill>
                      <a:schemeClr val="tx1"/>
                    </a:solidFill>
                  </a:rPr>
                  <a:t>Месяцы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39562367"/>
        <c:crosses val="autoZero"/>
        <c:auto val="1"/>
        <c:lblAlgn val="ctr"/>
        <c:lblOffset val="100"/>
        <c:noMultiLvlLbl val="0"/>
      </c:catAx>
      <c:valAx>
        <c:axId val="439562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solidFill>
                      <a:schemeClr val="tx1"/>
                    </a:solidFill>
                  </a:rPr>
                  <a:t>Количество</a:t>
                </a:r>
                <a:r>
                  <a:rPr lang="ru-RU" baseline="0">
                    <a:solidFill>
                      <a:schemeClr val="tx1"/>
                    </a:solidFill>
                  </a:rPr>
                  <a:t> новых пользователей</a:t>
                </a:r>
                <a:endParaRPr lang="ru-RU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006353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800">
                <a:solidFill>
                  <a:schemeClr val="tx1"/>
                </a:solidFill>
              </a:rPr>
              <a:t>Динамика </a:t>
            </a:r>
            <a:r>
              <a:rPr lang="en-US" sz="1800">
                <a:solidFill>
                  <a:schemeClr val="tx1"/>
                </a:solidFill>
              </a:rPr>
              <a:t>LMAU</a:t>
            </a:r>
            <a:endParaRPr lang="ru-RU" sz="180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Кол-во пользователей</c:v>
                </c:pt>
              </c:strCache>
            </c:strRef>
          </c:tx>
          <c:spPr>
            <a:ln w="28575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77</c:v>
                </c:pt>
                <c:pt idx="1">
                  <c:v>148</c:v>
                </c:pt>
                <c:pt idx="2">
                  <c:v>142</c:v>
                </c:pt>
                <c:pt idx="3">
                  <c:v>133</c:v>
                </c:pt>
                <c:pt idx="4">
                  <c:v>158</c:v>
                </c:pt>
                <c:pt idx="5">
                  <c:v>154</c:v>
                </c:pt>
                <c:pt idx="6">
                  <c:v>213</c:v>
                </c:pt>
                <c:pt idx="7">
                  <c:v>250</c:v>
                </c:pt>
                <c:pt idx="8">
                  <c:v>532</c:v>
                </c:pt>
                <c:pt idx="9">
                  <c:v>341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19-4B18-80FA-593184D308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43976880"/>
        <c:axId val="1931708160"/>
      </c:lineChart>
      <c:dateAx>
        <c:axId val="24397688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31708160"/>
        <c:crosses val="autoZero"/>
        <c:auto val="1"/>
        <c:lblOffset val="100"/>
        <c:baseTimeUnit val="months"/>
      </c:dateAx>
      <c:valAx>
        <c:axId val="1931708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solidFill>
                      <a:schemeClr val="tx1"/>
                    </a:solidFill>
                  </a:rPr>
                  <a:t>Количество пользователей</a:t>
                </a:r>
              </a:p>
            </c:rich>
          </c:tx>
          <c:layout>
            <c:manualLayout>
              <c:xMode val="edge"/>
              <c:yMode val="edge"/>
              <c:x val="1.3888888888888888E-2"/>
              <c:y val="0.192369495479731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439768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800">
                <a:solidFill>
                  <a:schemeClr val="tx1"/>
                </a:solidFill>
              </a:rPr>
              <a:t>Динамика </a:t>
            </a:r>
            <a:r>
              <a:rPr lang="en-US" sz="1800">
                <a:solidFill>
                  <a:schemeClr val="tx1"/>
                </a:solidFill>
              </a:rPr>
              <a:t>LMAU</a:t>
            </a:r>
            <a:endParaRPr lang="ru-RU" sz="180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30</c:v>
                </c:pt>
                <c:pt idx="1">
                  <c:v>52</c:v>
                </c:pt>
                <c:pt idx="2">
                  <c:v>49</c:v>
                </c:pt>
                <c:pt idx="3">
                  <c:v>61</c:v>
                </c:pt>
                <c:pt idx="4">
                  <c:v>67</c:v>
                </c:pt>
                <c:pt idx="5">
                  <c:v>57</c:v>
                </c:pt>
                <c:pt idx="6">
                  <c:v>78</c:v>
                </c:pt>
                <c:pt idx="7">
                  <c:v>111</c:v>
                </c:pt>
                <c:pt idx="8">
                  <c:v>230</c:v>
                </c:pt>
                <c:pt idx="9">
                  <c:v>159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162-4B5A-A4D0-9226E2CB48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3284240"/>
        <c:axId val="251279616"/>
      </c:lineChart>
      <c:dateAx>
        <c:axId val="25328424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51279616"/>
        <c:crosses val="autoZero"/>
        <c:auto val="1"/>
        <c:lblOffset val="100"/>
        <c:baseTimeUnit val="months"/>
      </c:dateAx>
      <c:valAx>
        <c:axId val="251279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solidFill>
                      <a:schemeClr val="tx1"/>
                    </a:solidFill>
                  </a:rPr>
                  <a:t>Колтичество</a:t>
                </a:r>
                <a:r>
                  <a:rPr lang="ru-RU" baseline="0">
                    <a:solidFill>
                      <a:schemeClr val="tx1"/>
                    </a:solidFill>
                  </a:rPr>
                  <a:t> пользователей</a:t>
                </a:r>
                <a:endParaRPr lang="ru-RU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53284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800">
                <a:solidFill>
                  <a:schemeClr val="tx1"/>
                </a:solidFill>
              </a:rPr>
              <a:t>Динамика </a:t>
            </a:r>
            <a:r>
              <a:rPr lang="en-US" sz="1800">
                <a:solidFill>
                  <a:schemeClr val="tx1"/>
                </a:solidFill>
              </a:rPr>
              <a:t>LMAU</a:t>
            </a:r>
            <a:endParaRPr lang="ru-RU" sz="180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96</c:v>
                </c:pt>
                <c:pt idx="1">
                  <c:v>182</c:v>
                </c:pt>
                <c:pt idx="2">
                  <c:v>174</c:v>
                </c:pt>
                <c:pt idx="3">
                  <c:v>176</c:v>
                </c:pt>
                <c:pt idx="4">
                  <c:v>200</c:v>
                </c:pt>
                <c:pt idx="5">
                  <c:v>185</c:v>
                </c:pt>
                <c:pt idx="6">
                  <c:v>264</c:v>
                </c:pt>
                <c:pt idx="7">
                  <c:v>326</c:v>
                </c:pt>
                <c:pt idx="8">
                  <c:v>686</c:v>
                </c:pt>
                <c:pt idx="9">
                  <c:v>448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6E5-48D6-BD47-EF7468DE8E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44570736"/>
        <c:axId val="251289184"/>
      </c:lineChart>
      <c:dateAx>
        <c:axId val="24457073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51289184"/>
        <c:crosses val="autoZero"/>
        <c:auto val="1"/>
        <c:lblOffset val="100"/>
        <c:baseTimeUnit val="months"/>
      </c:dateAx>
      <c:valAx>
        <c:axId val="251289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solidFill>
                      <a:schemeClr val="tx1"/>
                    </a:solidFill>
                  </a:rPr>
                  <a:t>Количесвтво</a:t>
                </a:r>
                <a:r>
                  <a:rPr lang="ru-RU" baseline="0">
                    <a:solidFill>
                      <a:schemeClr val="tx1"/>
                    </a:solidFill>
                  </a:rPr>
                  <a:t> пользователей</a:t>
                </a:r>
                <a:endParaRPr lang="ru-RU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44570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1800">
                <a:solidFill>
                  <a:schemeClr val="tx1"/>
                </a:solidFill>
              </a:rPr>
              <a:t>Динамика </a:t>
            </a:r>
            <a:r>
              <a:rPr lang="en-US" sz="1800">
                <a:solidFill>
                  <a:schemeClr val="tx1"/>
                </a:solidFill>
              </a:rPr>
              <a:t>LMAU</a:t>
            </a:r>
            <a:endParaRPr lang="ru-RU" sz="180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96</c:v>
                </c:pt>
                <c:pt idx="1">
                  <c:v>182</c:v>
                </c:pt>
                <c:pt idx="2">
                  <c:v>174</c:v>
                </c:pt>
                <c:pt idx="3">
                  <c:v>176</c:v>
                </c:pt>
                <c:pt idx="4">
                  <c:v>200</c:v>
                </c:pt>
                <c:pt idx="5">
                  <c:v>185</c:v>
                </c:pt>
                <c:pt idx="6">
                  <c:v>264</c:v>
                </c:pt>
                <c:pt idx="7">
                  <c:v>326</c:v>
                </c:pt>
                <c:pt idx="8">
                  <c:v>686</c:v>
                </c:pt>
                <c:pt idx="9">
                  <c:v>448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CCD-400E-A04A-26A7ABF455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44570736"/>
        <c:axId val="251289184"/>
      </c:lineChart>
      <c:dateAx>
        <c:axId val="24457073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51289184"/>
        <c:crosses val="autoZero"/>
        <c:auto val="1"/>
        <c:lblOffset val="100"/>
        <c:baseTimeUnit val="months"/>
      </c:dateAx>
      <c:valAx>
        <c:axId val="251289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solidFill>
                      <a:schemeClr val="tx1"/>
                    </a:solidFill>
                  </a:rPr>
                  <a:t>Количесвтво</a:t>
                </a:r>
                <a:r>
                  <a:rPr lang="ru-RU" baseline="0">
                    <a:solidFill>
                      <a:schemeClr val="tx1"/>
                    </a:solidFill>
                  </a:rPr>
                  <a:t> пользователей</a:t>
                </a:r>
                <a:endParaRPr lang="ru-RU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44570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21DA32-6A07-4539-AA02-1C086140A3DF}" type="doc">
      <dgm:prSet loTypeId="urn:microsoft.com/office/officeart/2005/8/layout/process1" loCatId="process" qsTypeId="urn:microsoft.com/office/officeart/2005/8/quickstyle/simple5" qsCatId="simple" csTypeId="urn:microsoft.com/office/officeart/2005/8/colors/accent3_4" csCatId="accent3" phldr="1"/>
      <dgm:spPr/>
      <dgm:t>
        <a:bodyPr/>
        <a:lstStyle/>
        <a:p>
          <a:endParaRPr lang="ru-RU"/>
        </a:p>
      </dgm:t>
    </dgm:pt>
    <dgm:pt modelId="{7EF0F8F1-3B03-4E3D-9390-463EE0BBD6F1}">
      <dgm:prSet phldrT="[Текст]"/>
      <dgm:spPr/>
      <dgm:t>
        <a:bodyPr/>
        <a:lstStyle/>
        <a:p>
          <a:pPr algn="ctr"/>
          <a:r>
            <a:rPr lang="en-US" dirty="0"/>
            <a:t>3</a:t>
          </a:r>
          <a:r>
            <a:rPr lang="ru-RU" dirty="0"/>
            <a:t> </a:t>
          </a:r>
          <a:r>
            <a:rPr lang="en-US" dirty="0"/>
            <a:t>078</a:t>
          </a:r>
          <a:endParaRPr lang="ru-RU" dirty="0"/>
        </a:p>
      </dgm:t>
    </dgm:pt>
    <dgm:pt modelId="{459A0A8D-90E8-4750-9530-19E06E371033}" type="parTrans" cxnId="{B6648A01-78BE-4339-B5DA-5C6188A4AC2C}">
      <dgm:prSet/>
      <dgm:spPr/>
      <dgm:t>
        <a:bodyPr/>
        <a:lstStyle/>
        <a:p>
          <a:pPr algn="l"/>
          <a:endParaRPr lang="ru-RU"/>
        </a:p>
      </dgm:t>
    </dgm:pt>
    <dgm:pt modelId="{677E7373-C66B-46E6-8FF9-A4B904EB0608}" type="sibTrans" cxnId="{B6648A01-78BE-4339-B5DA-5C6188A4AC2C}">
      <dgm:prSet/>
      <dgm:spPr/>
      <dgm:t>
        <a:bodyPr/>
        <a:lstStyle/>
        <a:p>
          <a:pPr algn="l"/>
          <a:endParaRPr lang="ru-RU"/>
        </a:p>
      </dgm:t>
    </dgm:pt>
    <dgm:pt modelId="{B8A820E2-7E90-469C-8B0B-17ACFE96FCEC}">
      <dgm:prSet phldrT="[Текст]" custT="1"/>
      <dgm:spPr/>
      <dgm:t>
        <a:bodyPr/>
        <a:lstStyle/>
        <a:p>
          <a:pPr algn="ctr"/>
          <a:r>
            <a:rPr lang="ru-RU" sz="1500" dirty="0"/>
            <a:t>Игроков всего</a:t>
          </a:r>
        </a:p>
      </dgm:t>
    </dgm:pt>
    <dgm:pt modelId="{4B3299AA-23BF-42B3-9BA1-81B200708074}" type="parTrans" cxnId="{818C4181-6438-4301-AFB5-5D50593F7792}">
      <dgm:prSet/>
      <dgm:spPr/>
      <dgm:t>
        <a:bodyPr/>
        <a:lstStyle/>
        <a:p>
          <a:pPr algn="l"/>
          <a:endParaRPr lang="ru-RU"/>
        </a:p>
      </dgm:t>
    </dgm:pt>
    <dgm:pt modelId="{07A8F86D-DD22-4A44-9663-F4224D92E036}" type="sibTrans" cxnId="{818C4181-6438-4301-AFB5-5D50593F7792}">
      <dgm:prSet/>
      <dgm:spPr/>
      <dgm:t>
        <a:bodyPr/>
        <a:lstStyle/>
        <a:p>
          <a:pPr algn="l"/>
          <a:endParaRPr lang="ru-RU"/>
        </a:p>
      </dgm:t>
    </dgm:pt>
    <dgm:pt modelId="{606C68E3-CE86-410B-9518-A9D3217AE90F}">
      <dgm:prSet phldrT="[Текст]"/>
      <dgm:spPr/>
      <dgm:t>
        <a:bodyPr/>
        <a:lstStyle/>
        <a:p>
          <a:pPr algn="ctr"/>
          <a:r>
            <a:rPr lang="ru-RU" dirty="0"/>
            <a:t>2 992</a:t>
          </a:r>
        </a:p>
      </dgm:t>
    </dgm:pt>
    <dgm:pt modelId="{78E9E518-B8F3-4DB4-9EC9-9ABCD4521965}" type="parTrans" cxnId="{57D3B365-2804-49E9-A59B-87372418F941}">
      <dgm:prSet/>
      <dgm:spPr/>
      <dgm:t>
        <a:bodyPr/>
        <a:lstStyle/>
        <a:p>
          <a:pPr algn="l"/>
          <a:endParaRPr lang="ru-RU"/>
        </a:p>
      </dgm:t>
    </dgm:pt>
    <dgm:pt modelId="{CAA383AD-F713-4246-8F94-A915BBA06013}" type="sibTrans" cxnId="{57D3B365-2804-49E9-A59B-87372418F941}">
      <dgm:prSet/>
      <dgm:spPr/>
      <dgm:t>
        <a:bodyPr/>
        <a:lstStyle/>
        <a:p>
          <a:pPr algn="l"/>
          <a:endParaRPr lang="ru-RU"/>
        </a:p>
      </dgm:t>
    </dgm:pt>
    <dgm:pt modelId="{7B12A0AC-F4E9-4BCD-B345-6FB060E3FD24}">
      <dgm:prSet phldrT="[Текст]" custT="1"/>
      <dgm:spPr/>
      <dgm:t>
        <a:bodyPr/>
        <a:lstStyle/>
        <a:p>
          <a:pPr algn="ctr"/>
          <a:r>
            <a:rPr lang="ru-RU" sz="1500" dirty="0"/>
            <a:t>Разослали</a:t>
          </a:r>
          <a:r>
            <a:rPr lang="ru-RU" sz="1300" dirty="0"/>
            <a:t> </a:t>
          </a:r>
          <a:r>
            <a:rPr lang="ru-RU" sz="1500" dirty="0"/>
            <a:t>приглашения</a:t>
          </a:r>
        </a:p>
      </dgm:t>
    </dgm:pt>
    <dgm:pt modelId="{52727692-9D3F-49E0-A44A-60C1340BD2B7}" type="parTrans" cxnId="{3A8825DE-C8F2-47BB-8D27-E64403F1050A}">
      <dgm:prSet/>
      <dgm:spPr/>
      <dgm:t>
        <a:bodyPr/>
        <a:lstStyle/>
        <a:p>
          <a:pPr algn="l"/>
          <a:endParaRPr lang="ru-RU"/>
        </a:p>
      </dgm:t>
    </dgm:pt>
    <dgm:pt modelId="{DD144383-A59F-42BE-8969-D7C4CF6F616B}" type="sibTrans" cxnId="{3A8825DE-C8F2-47BB-8D27-E64403F1050A}">
      <dgm:prSet/>
      <dgm:spPr/>
      <dgm:t>
        <a:bodyPr/>
        <a:lstStyle/>
        <a:p>
          <a:pPr algn="l"/>
          <a:endParaRPr lang="ru-RU"/>
        </a:p>
      </dgm:t>
    </dgm:pt>
    <dgm:pt modelId="{A3C339CD-736F-4FDC-91C3-85FD92006B35}">
      <dgm:prSet phldrT="[Текст]"/>
      <dgm:spPr/>
      <dgm:t>
        <a:bodyPr/>
        <a:lstStyle/>
        <a:p>
          <a:pPr algn="ctr"/>
          <a:r>
            <a:rPr lang="ru-RU" b="1" dirty="0">
              <a:solidFill>
                <a:srgbClr val="002060"/>
              </a:solidFill>
            </a:rPr>
            <a:t>97%</a:t>
          </a:r>
        </a:p>
      </dgm:t>
    </dgm:pt>
    <dgm:pt modelId="{9820BE3A-0B18-48B9-BCB4-4E9345A0E836}" type="parTrans" cxnId="{40C388C3-B85E-4B82-A2EE-88014D8B85E5}">
      <dgm:prSet/>
      <dgm:spPr/>
      <dgm:t>
        <a:bodyPr/>
        <a:lstStyle/>
        <a:p>
          <a:pPr algn="l"/>
          <a:endParaRPr lang="ru-RU"/>
        </a:p>
      </dgm:t>
    </dgm:pt>
    <dgm:pt modelId="{740928F0-15D0-4F98-8856-E0F62567A509}" type="sibTrans" cxnId="{40C388C3-B85E-4B82-A2EE-88014D8B85E5}">
      <dgm:prSet/>
      <dgm:spPr/>
      <dgm:t>
        <a:bodyPr/>
        <a:lstStyle/>
        <a:p>
          <a:pPr algn="l"/>
          <a:endParaRPr lang="ru-RU"/>
        </a:p>
      </dgm:t>
    </dgm:pt>
    <dgm:pt modelId="{E90CC2B9-2150-4846-9FC7-7D93A26F6329}">
      <dgm:prSet phldrT="[Текст]" custT="1"/>
      <dgm:spPr/>
      <dgm:t>
        <a:bodyPr/>
        <a:lstStyle/>
        <a:p>
          <a:pPr algn="ctr"/>
          <a:r>
            <a:rPr lang="ru-RU" sz="1500" dirty="0"/>
            <a:t>Доля пригласивших</a:t>
          </a:r>
        </a:p>
      </dgm:t>
    </dgm:pt>
    <dgm:pt modelId="{B30ED3E8-5A4C-40FD-A9F3-372F17FD3FE7}" type="parTrans" cxnId="{2ED702A0-B03B-4D95-89E5-3FBF93C249AF}">
      <dgm:prSet/>
      <dgm:spPr/>
      <dgm:t>
        <a:bodyPr/>
        <a:lstStyle/>
        <a:p>
          <a:pPr algn="l"/>
          <a:endParaRPr lang="ru-RU"/>
        </a:p>
      </dgm:t>
    </dgm:pt>
    <dgm:pt modelId="{1DE0751D-3900-44E5-A1B3-C43200CA5399}" type="sibTrans" cxnId="{2ED702A0-B03B-4D95-89E5-3FBF93C249AF}">
      <dgm:prSet/>
      <dgm:spPr/>
      <dgm:t>
        <a:bodyPr/>
        <a:lstStyle/>
        <a:p>
          <a:pPr algn="l"/>
          <a:endParaRPr lang="ru-RU"/>
        </a:p>
      </dgm:t>
    </dgm:pt>
    <dgm:pt modelId="{CB66C537-AA65-44E1-90AF-F0546C1BC78F}" type="pres">
      <dgm:prSet presAssocID="{7321DA32-6A07-4539-AA02-1C086140A3DF}" presName="Name0" presStyleCnt="0">
        <dgm:presLayoutVars>
          <dgm:dir/>
          <dgm:resizeHandles val="exact"/>
        </dgm:presLayoutVars>
      </dgm:prSet>
      <dgm:spPr/>
    </dgm:pt>
    <dgm:pt modelId="{49C50D1E-A566-4B1B-8372-51222B1F5D17}" type="pres">
      <dgm:prSet presAssocID="{7EF0F8F1-3B03-4E3D-9390-463EE0BBD6F1}" presName="node" presStyleLbl="node1" presStyleIdx="0" presStyleCnt="3" custScaleY="68369">
        <dgm:presLayoutVars>
          <dgm:bulletEnabled val="1"/>
        </dgm:presLayoutVars>
      </dgm:prSet>
      <dgm:spPr/>
    </dgm:pt>
    <dgm:pt modelId="{EEB776E8-7F00-4FB9-B080-46B2E4CF0B06}" type="pres">
      <dgm:prSet presAssocID="{677E7373-C66B-46E6-8FF9-A4B904EB0608}" presName="sibTrans" presStyleLbl="sibTrans2D1" presStyleIdx="0" presStyleCnt="2"/>
      <dgm:spPr/>
    </dgm:pt>
    <dgm:pt modelId="{EB68D1AC-5116-4D13-B868-7A106DBB73E2}" type="pres">
      <dgm:prSet presAssocID="{677E7373-C66B-46E6-8FF9-A4B904EB0608}" presName="connectorText" presStyleLbl="sibTrans2D1" presStyleIdx="0" presStyleCnt="2"/>
      <dgm:spPr/>
    </dgm:pt>
    <dgm:pt modelId="{0C5648E5-2605-4065-A532-35C630EE669B}" type="pres">
      <dgm:prSet presAssocID="{606C68E3-CE86-410B-9518-A9D3217AE90F}" presName="node" presStyleLbl="node1" presStyleIdx="1" presStyleCnt="3" custScaleY="68369">
        <dgm:presLayoutVars>
          <dgm:bulletEnabled val="1"/>
        </dgm:presLayoutVars>
      </dgm:prSet>
      <dgm:spPr/>
    </dgm:pt>
    <dgm:pt modelId="{FC119081-51EE-40A4-B309-7E8CD71B74DB}" type="pres">
      <dgm:prSet presAssocID="{CAA383AD-F713-4246-8F94-A915BBA06013}" presName="sibTrans" presStyleLbl="sibTrans2D1" presStyleIdx="1" presStyleCnt="2"/>
      <dgm:spPr/>
    </dgm:pt>
    <dgm:pt modelId="{8B70A786-2B04-452A-B56C-F33121EE4C10}" type="pres">
      <dgm:prSet presAssocID="{CAA383AD-F713-4246-8F94-A915BBA06013}" presName="connectorText" presStyleLbl="sibTrans2D1" presStyleIdx="1" presStyleCnt="2"/>
      <dgm:spPr/>
    </dgm:pt>
    <dgm:pt modelId="{7C34286B-D776-4709-8868-13FD9D5861FD}" type="pres">
      <dgm:prSet presAssocID="{A3C339CD-736F-4FDC-91C3-85FD92006B35}" presName="node" presStyleLbl="node1" presStyleIdx="2" presStyleCnt="3" custScaleY="68369">
        <dgm:presLayoutVars>
          <dgm:bulletEnabled val="1"/>
        </dgm:presLayoutVars>
      </dgm:prSet>
      <dgm:spPr/>
    </dgm:pt>
  </dgm:ptLst>
  <dgm:cxnLst>
    <dgm:cxn modelId="{B6648A01-78BE-4339-B5DA-5C6188A4AC2C}" srcId="{7321DA32-6A07-4539-AA02-1C086140A3DF}" destId="{7EF0F8F1-3B03-4E3D-9390-463EE0BBD6F1}" srcOrd="0" destOrd="0" parTransId="{459A0A8D-90E8-4750-9530-19E06E371033}" sibTransId="{677E7373-C66B-46E6-8FF9-A4B904EB0608}"/>
    <dgm:cxn modelId="{35D42617-2F95-42DE-961D-981AFFC66315}" type="presOf" srcId="{606C68E3-CE86-410B-9518-A9D3217AE90F}" destId="{0C5648E5-2605-4065-A532-35C630EE669B}" srcOrd="0" destOrd="0" presId="urn:microsoft.com/office/officeart/2005/8/layout/process1"/>
    <dgm:cxn modelId="{8929C31B-5AA8-4927-964D-BA6DBF1E9D55}" type="presOf" srcId="{677E7373-C66B-46E6-8FF9-A4B904EB0608}" destId="{EEB776E8-7F00-4FB9-B080-46B2E4CF0B06}" srcOrd="0" destOrd="0" presId="urn:microsoft.com/office/officeart/2005/8/layout/process1"/>
    <dgm:cxn modelId="{1FCDDF31-E727-4ADD-998B-476BFABC52B8}" type="presOf" srcId="{A3C339CD-736F-4FDC-91C3-85FD92006B35}" destId="{7C34286B-D776-4709-8868-13FD9D5861FD}" srcOrd="0" destOrd="0" presId="urn:microsoft.com/office/officeart/2005/8/layout/process1"/>
    <dgm:cxn modelId="{BAC58A35-0B08-401F-9350-2FFC9030BD04}" type="presOf" srcId="{CAA383AD-F713-4246-8F94-A915BBA06013}" destId="{FC119081-51EE-40A4-B309-7E8CD71B74DB}" srcOrd="0" destOrd="0" presId="urn:microsoft.com/office/officeart/2005/8/layout/process1"/>
    <dgm:cxn modelId="{57D3B365-2804-49E9-A59B-87372418F941}" srcId="{7321DA32-6A07-4539-AA02-1C086140A3DF}" destId="{606C68E3-CE86-410B-9518-A9D3217AE90F}" srcOrd="1" destOrd="0" parTransId="{78E9E518-B8F3-4DB4-9EC9-9ABCD4521965}" sibTransId="{CAA383AD-F713-4246-8F94-A915BBA06013}"/>
    <dgm:cxn modelId="{FC507F4B-D930-44D9-ABC7-4BFA7572FD9D}" type="presOf" srcId="{CAA383AD-F713-4246-8F94-A915BBA06013}" destId="{8B70A786-2B04-452A-B56C-F33121EE4C10}" srcOrd="1" destOrd="0" presId="urn:microsoft.com/office/officeart/2005/8/layout/process1"/>
    <dgm:cxn modelId="{818C4181-6438-4301-AFB5-5D50593F7792}" srcId="{7EF0F8F1-3B03-4E3D-9390-463EE0BBD6F1}" destId="{B8A820E2-7E90-469C-8B0B-17ACFE96FCEC}" srcOrd="0" destOrd="0" parTransId="{4B3299AA-23BF-42B3-9BA1-81B200708074}" sibTransId="{07A8F86D-DD22-4A44-9663-F4224D92E036}"/>
    <dgm:cxn modelId="{C4C84A8B-CBB9-479F-AA69-345643A9BBB5}" type="presOf" srcId="{B8A820E2-7E90-469C-8B0B-17ACFE96FCEC}" destId="{49C50D1E-A566-4B1B-8372-51222B1F5D17}" srcOrd="0" destOrd="1" presId="urn:microsoft.com/office/officeart/2005/8/layout/process1"/>
    <dgm:cxn modelId="{AAC6F397-9EEE-4E1B-A543-22A3B2660120}" type="presOf" srcId="{7B12A0AC-F4E9-4BCD-B345-6FB060E3FD24}" destId="{0C5648E5-2605-4065-A532-35C630EE669B}" srcOrd="0" destOrd="1" presId="urn:microsoft.com/office/officeart/2005/8/layout/process1"/>
    <dgm:cxn modelId="{2ED702A0-B03B-4D95-89E5-3FBF93C249AF}" srcId="{A3C339CD-736F-4FDC-91C3-85FD92006B35}" destId="{E90CC2B9-2150-4846-9FC7-7D93A26F6329}" srcOrd="0" destOrd="0" parTransId="{B30ED3E8-5A4C-40FD-A9F3-372F17FD3FE7}" sibTransId="{1DE0751D-3900-44E5-A1B3-C43200CA5399}"/>
    <dgm:cxn modelId="{81BEE9A7-1DFF-4DC0-9603-BB820A8D41C0}" type="presOf" srcId="{677E7373-C66B-46E6-8FF9-A4B904EB0608}" destId="{EB68D1AC-5116-4D13-B868-7A106DBB73E2}" srcOrd="1" destOrd="0" presId="urn:microsoft.com/office/officeart/2005/8/layout/process1"/>
    <dgm:cxn modelId="{316C28B0-9D5A-492C-BA96-3493652BB1A9}" type="presOf" srcId="{7EF0F8F1-3B03-4E3D-9390-463EE0BBD6F1}" destId="{49C50D1E-A566-4B1B-8372-51222B1F5D17}" srcOrd="0" destOrd="0" presId="urn:microsoft.com/office/officeart/2005/8/layout/process1"/>
    <dgm:cxn modelId="{3BB033B6-0BEF-4E3F-B03E-93546B6B7C6A}" type="presOf" srcId="{E90CC2B9-2150-4846-9FC7-7D93A26F6329}" destId="{7C34286B-D776-4709-8868-13FD9D5861FD}" srcOrd="0" destOrd="1" presId="urn:microsoft.com/office/officeart/2005/8/layout/process1"/>
    <dgm:cxn modelId="{40C388C3-B85E-4B82-A2EE-88014D8B85E5}" srcId="{7321DA32-6A07-4539-AA02-1C086140A3DF}" destId="{A3C339CD-736F-4FDC-91C3-85FD92006B35}" srcOrd="2" destOrd="0" parTransId="{9820BE3A-0B18-48B9-BCB4-4E9345A0E836}" sibTransId="{740928F0-15D0-4F98-8856-E0F62567A509}"/>
    <dgm:cxn modelId="{964322DA-2F77-496B-8AA6-4068AF30665B}" type="presOf" srcId="{7321DA32-6A07-4539-AA02-1C086140A3DF}" destId="{CB66C537-AA65-44E1-90AF-F0546C1BC78F}" srcOrd="0" destOrd="0" presId="urn:microsoft.com/office/officeart/2005/8/layout/process1"/>
    <dgm:cxn modelId="{3A8825DE-C8F2-47BB-8D27-E64403F1050A}" srcId="{606C68E3-CE86-410B-9518-A9D3217AE90F}" destId="{7B12A0AC-F4E9-4BCD-B345-6FB060E3FD24}" srcOrd="0" destOrd="0" parTransId="{52727692-9D3F-49E0-A44A-60C1340BD2B7}" sibTransId="{DD144383-A59F-42BE-8969-D7C4CF6F616B}"/>
    <dgm:cxn modelId="{D67B77A9-5AEB-49AE-8808-F163D02E672E}" type="presParOf" srcId="{CB66C537-AA65-44E1-90AF-F0546C1BC78F}" destId="{49C50D1E-A566-4B1B-8372-51222B1F5D17}" srcOrd="0" destOrd="0" presId="urn:microsoft.com/office/officeart/2005/8/layout/process1"/>
    <dgm:cxn modelId="{63EC5880-44A2-4EB3-BFFD-B4F90A72523C}" type="presParOf" srcId="{CB66C537-AA65-44E1-90AF-F0546C1BC78F}" destId="{EEB776E8-7F00-4FB9-B080-46B2E4CF0B06}" srcOrd="1" destOrd="0" presId="urn:microsoft.com/office/officeart/2005/8/layout/process1"/>
    <dgm:cxn modelId="{E6ABBD4D-8FBA-484B-8181-45845E23EF3F}" type="presParOf" srcId="{EEB776E8-7F00-4FB9-B080-46B2E4CF0B06}" destId="{EB68D1AC-5116-4D13-B868-7A106DBB73E2}" srcOrd="0" destOrd="0" presId="urn:microsoft.com/office/officeart/2005/8/layout/process1"/>
    <dgm:cxn modelId="{3477570F-C751-4C92-9013-D55104416D8B}" type="presParOf" srcId="{CB66C537-AA65-44E1-90AF-F0546C1BC78F}" destId="{0C5648E5-2605-4065-A532-35C630EE669B}" srcOrd="2" destOrd="0" presId="urn:microsoft.com/office/officeart/2005/8/layout/process1"/>
    <dgm:cxn modelId="{F0F8801C-899D-4D56-AABD-9772082A2FE0}" type="presParOf" srcId="{CB66C537-AA65-44E1-90AF-F0546C1BC78F}" destId="{FC119081-51EE-40A4-B309-7E8CD71B74DB}" srcOrd="3" destOrd="0" presId="urn:microsoft.com/office/officeart/2005/8/layout/process1"/>
    <dgm:cxn modelId="{47378B1F-9F2B-4F24-8BAC-A7F06572FA0B}" type="presParOf" srcId="{FC119081-51EE-40A4-B309-7E8CD71B74DB}" destId="{8B70A786-2B04-452A-B56C-F33121EE4C10}" srcOrd="0" destOrd="0" presId="urn:microsoft.com/office/officeart/2005/8/layout/process1"/>
    <dgm:cxn modelId="{93B0692E-A9EE-4390-9A8A-04179916C86C}" type="presParOf" srcId="{CB66C537-AA65-44E1-90AF-F0546C1BC78F}" destId="{7C34286B-D776-4709-8868-13FD9D5861F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21DA32-6A07-4539-AA02-1C086140A3DF}" type="doc">
      <dgm:prSet loTypeId="urn:microsoft.com/office/officeart/2005/8/layout/process1" loCatId="process" qsTypeId="urn:microsoft.com/office/officeart/2005/8/quickstyle/simple5" qsCatId="simple" csTypeId="urn:microsoft.com/office/officeart/2005/8/colors/accent2_3" csCatId="accent2" phldr="1"/>
      <dgm:spPr/>
      <dgm:t>
        <a:bodyPr/>
        <a:lstStyle/>
        <a:p>
          <a:endParaRPr lang="ru-RU"/>
        </a:p>
      </dgm:t>
    </dgm:pt>
    <dgm:pt modelId="{7EF0F8F1-3B03-4E3D-9390-463EE0BBD6F1}">
      <dgm:prSet phldrT="[Текст]"/>
      <dgm:spPr/>
      <dgm:t>
        <a:bodyPr/>
        <a:lstStyle/>
        <a:p>
          <a:pPr algn="ctr"/>
          <a:r>
            <a:rPr lang="ru-RU" dirty="0"/>
            <a:t>7 933</a:t>
          </a:r>
        </a:p>
      </dgm:t>
    </dgm:pt>
    <dgm:pt modelId="{459A0A8D-90E8-4750-9530-19E06E371033}" type="parTrans" cxnId="{B6648A01-78BE-4339-B5DA-5C6188A4AC2C}">
      <dgm:prSet/>
      <dgm:spPr/>
      <dgm:t>
        <a:bodyPr/>
        <a:lstStyle/>
        <a:p>
          <a:pPr algn="l"/>
          <a:endParaRPr lang="ru-RU"/>
        </a:p>
      </dgm:t>
    </dgm:pt>
    <dgm:pt modelId="{677E7373-C66B-46E6-8FF9-A4B904EB0608}" type="sibTrans" cxnId="{B6648A01-78BE-4339-B5DA-5C6188A4AC2C}">
      <dgm:prSet/>
      <dgm:spPr/>
      <dgm:t>
        <a:bodyPr/>
        <a:lstStyle/>
        <a:p>
          <a:pPr algn="l"/>
          <a:endParaRPr lang="ru-RU"/>
        </a:p>
      </dgm:t>
    </dgm:pt>
    <dgm:pt modelId="{B8A820E2-7E90-469C-8B0B-17ACFE96FCEC}">
      <dgm:prSet phldrT="[Текст]" custT="1"/>
      <dgm:spPr/>
      <dgm:t>
        <a:bodyPr/>
        <a:lstStyle/>
        <a:p>
          <a:pPr algn="ctr"/>
          <a:r>
            <a:rPr lang="ru-RU" sz="1500" dirty="0"/>
            <a:t>Приглашений отправлено</a:t>
          </a:r>
        </a:p>
      </dgm:t>
    </dgm:pt>
    <dgm:pt modelId="{4B3299AA-23BF-42B3-9BA1-81B200708074}" type="parTrans" cxnId="{818C4181-6438-4301-AFB5-5D50593F7792}">
      <dgm:prSet/>
      <dgm:spPr/>
      <dgm:t>
        <a:bodyPr/>
        <a:lstStyle/>
        <a:p>
          <a:pPr algn="l"/>
          <a:endParaRPr lang="ru-RU"/>
        </a:p>
      </dgm:t>
    </dgm:pt>
    <dgm:pt modelId="{07A8F86D-DD22-4A44-9663-F4224D92E036}" type="sibTrans" cxnId="{818C4181-6438-4301-AFB5-5D50593F7792}">
      <dgm:prSet/>
      <dgm:spPr/>
      <dgm:t>
        <a:bodyPr/>
        <a:lstStyle/>
        <a:p>
          <a:pPr algn="l"/>
          <a:endParaRPr lang="ru-RU"/>
        </a:p>
      </dgm:t>
    </dgm:pt>
    <dgm:pt modelId="{606C68E3-CE86-410B-9518-A9D3217AE90F}">
      <dgm:prSet phldrT="[Текст]"/>
      <dgm:spPr/>
      <dgm:t>
        <a:bodyPr/>
        <a:lstStyle/>
        <a:p>
          <a:pPr algn="ctr"/>
          <a:r>
            <a:rPr lang="ru-RU" dirty="0"/>
            <a:t>2 834</a:t>
          </a:r>
        </a:p>
      </dgm:t>
    </dgm:pt>
    <dgm:pt modelId="{78E9E518-B8F3-4DB4-9EC9-9ABCD4521965}" type="parTrans" cxnId="{57D3B365-2804-49E9-A59B-87372418F941}">
      <dgm:prSet/>
      <dgm:spPr/>
      <dgm:t>
        <a:bodyPr/>
        <a:lstStyle/>
        <a:p>
          <a:pPr algn="l"/>
          <a:endParaRPr lang="ru-RU"/>
        </a:p>
      </dgm:t>
    </dgm:pt>
    <dgm:pt modelId="{CAA383AD-F713-4246-8F94-A915BBA06013}" type="sibTrans" cxnId="{57D3B365-2804-49E9-A59B-87372418F941}">
      <dgm:prSet/>
      <dgm:spPr/>
      <dgm:t>
        <a:bodyPr/>
        <a:lstStyle/>
        <a:p>
          <a:pPr algn="l"/>
          <a:endParaRPr lang="ru-RU"/>
        </a:p>
      </dgm:t>
    </dgm:pt>
    <dgm:pt modelId="{7B12A0AC-F4E9-4BCD-B345-6FB060E3FD24}">
      <dgm:prSet phldrT="[Текст]" custT="1"/>
      <dgm:spPr/>
      <dgm:t>
        <a:bodyPr/>
        <a:lstStyle/>
        <a:p>
          <a:pPr algn="ctr"/>
          <a:r>
            <a:rPr lang="ru-RU" sz="1500" dirty="0"/>
            <a:t>Зарегистрировалось игроков</a:t>
          </a:r>
        </a:p>
      </dgm:t>
    </dgm:pt>
    <dgm:pt modelId="{52727692-9D3F-49E0-A44A-60C1340BD2B7}" type="parTrans" cxnId="{3A8825DE-C8F2-47BB-8D27-E64403F1050A}">
      <dgm:prSet/>
      <dgm:spPr/>
      <dgm:t>
        <a:bodyPr/>
        <a:lstStyle/>
        <a:p>
          <a:pPr algn="l"/>
          <a:endParaRPr lang="ru-RU"/>
        </a:p>
      </dgm:t>
    </dgm:pt>
    <dgm:pt modelId="{DD144383-A59F-42BE-8969-D7C4CF6F616B}" type="sibTrans" cxnId="{3A8825DE-C8F2-47BB-8D27-E64403F1050A}">
      <dgm:prSet/>
      <dgm:spPr/>
      <dgm:t>
        <a:bodyPr/>
        <a:lstStyle/>
        <a:p>
          <a:pPr algn="l"/>
          <a:endParaRPr lang="ru-RU"/>
        </a:p>
      </dgm:t>
    </dgm:pt>
    <dgm:pt modelId="{A3C339CD-736F-4FDC-91C3-85FD92006B35}">
      <dgm:prSet phldrT="[Текст]"/>
      <dgm:spPr/>
      <dgm:t>
        <a:bodyPr/>
        <a:lstStyle/>
        <a:p>
          <a:pPr algn="ctr"/>
          <a:r>
            <a:rPr lang="ru-RU" sz="3600" b="1" dirty="0">
              <a:solidFill>
                <a:schemeClr val="accent1">
                  <a:lumMod val="50000"/>
                </a:schemeClr>
              </a:solidFill>
            </a:rPr>
            <a:t>36%</a:t>
          </a:r>
        </a:p>
      </dgm:t>
    </dgm:pt>
    <dgm:pt modelId="{9820BE3A-0B18-48B9-BCB4-4E9345A0E836}" type="parTrans" cxnId="{40C388C3-B85E-4B82-A2EE-88014D8B85E5}">
      <dgm:prSet/>
      <dgm:spPr/>
      <dgm:t>
        <a:bodyPr/>
        <a:lstStyle/>
        <a:p>
          <a:pPr algn="l"/>
          <a:endParaRPr lang="ru-RU"/>
        </a:p>
      </dgm:t>
    </dgm:pt>
    <dgm:pt modelId="{740928F0-15D0-4F98-8856-E0F62567A509}" type="sibTrans" cxnId="{40C388C3-B85E-4B82-A2EE-88014D8B85E5}">
      <dgm:prSet/>
      <dgm:spPr/>
      <dgm:t>
        <a:bodyPr/>
        <a:lstStyle/>
        <a:p>
          <a:pPr algn="l"/>
          <a:endParaRPr lang="ru-RU"/>
        </a:p>
      </dgm:t>
    </dgm:pt>
    <dgm:pt modelId="{E90CC2B9-2150-4846-9FC7-7D93A26F6329}">
      <dgm:prSet phldrT="[Текст]" custT="1"/>
      <dgm:spPr/>
      <dgm:t>
        <a:bodyPr/>
        <a:lstStyle/>
        <a:p>
          <a:pPr algn="ctr"/>
          <a:r>
            <a:rPr lang="ru-RU" sz="1300" dirty="0"/>
            <a:t>Доля зарегистрировавшихся игроков </a:t>
          </a:r>
        </a:p>
      </dgm:t>
    </dgm:pt>
    <dgm:pt modelId="{B30ED3E8-5A4C-40FD-A9F3-372F17FD3FE7}" type="parTrans" cxnId="{2ED702A0-B03B-4D95-89E5-3FBF93C249AF}">
      <dgm:prSet/>
      <dgm:spPr/>
      <dgm:t>
        <a:bodyPr/>
        <a:lstStyle/>
        <a:p>
          <a:pPr algn="l"/>
          <a:endParaRPr lang="ru-RU"/>
        </a:p>
      </dgm:t>
    </dgm:pt>
    <dgm:pt modelId="{1DE0751D-3900-44E5-A1B3-C43200CA5399}" type="sibTrans" cxnId="{2ED702A0-B03B-4D95-89E5-3FBF93C249AF}">
      <dgm:prSet/>
      <dgm:spPr/>
      <dgm:t>
        <a:bodyPr/>
        <a:lstStyle/>
        <a:p>
          <a:pPr algn="l"/>
          <a:endParaRPr lang="ru-RU"/>
        </a:p>
      </dgm:t>
    </dgm:pt>
    <dgm:pt modelId="{6257717C-E53A-4D14-BDDA-7D4D47F6A764}" type="pres">
      <dgm:prSet presAssocID="{7321DA32-6A07-4539-AA02-1C086140A3DF}" presName="Name0" presStyleCnt="0">
        <dgm:presLayoutVars>
          <dgm:dir/>
          <dgm:resizeHandles val="exact"/>
        </dgm:presLayoutVars>
      </dgm:prSet>
      <dgm:spPr/>
    </dgm:pt>
    <dgm:pt modelId="{D79DAA21-C0B7-4E13-A9C4-6EF6697B92CD}" type="pres">
      <dgm:prSet presAssocID="{7EF0F8F1-3B03-4E3D-9390-463EE0BBD6F1}" presName="node" presStyleLbl="node1" presStyleIdx="0" presStyleCnt="3" custScaleY="67501">
        <dgm:presLayoutVars>
          <dgm:bulletEnabled val="1"/>
        </dgm:presLayoutVars>
      </dgm:prSet>
      <dgm:spPr/>
    </dgm:pt>
    <dgm:pt modelId="{18CC70CC-C3BF-4C73-85A7-5908017FAE22}" type="pres">
      <dgm:prSet presAssocID="{677E7373-C66B-46E6-8FF9-A4B904EB0608}" presName="sibTrans" presStyleLbl="sibTrans2D1" presStyleIdx="0" presStyleCnt="2"/>
      <dgm:spPr/>
    </dgm:pt>
    <dgm:pt modelId="{6A4A88FD-8C39-4CC0-A162-908979B21132}" type="pres">
      <dgm:prSet presAssocID="{677E7373-C66B-46E6-8FF9-A4B904EB0608}" presName="connectorText" presStyleLbl="sibTrans2D1" presStyleIdx="0" presStyleCnt="2"/>
      <dgm:spPr/>
    </dgm:pt>
    <dgm:pt modelId="{19420AE2-3F5B-4B68-970B-8FD80B68FFE9}" type="pres">
      <dgm:prSet presAssocID="{606C68E3-CE86-410B-9518-A9D3217AE90F}" presName="node" presStyleLbl="node1" presStyleIdx="1" presStyleCnt="3" custScaleY="67501">
        <dgm:presLayoutVars>
          <dgm:bulletEnabled val="1"/>
        </dgm:presLayoutVars>
      </dgm:prSet>
      <dgm:spPr/>
    </dgm:pt>
    <dgm:pt modelId="{A3467D77-E35F-4854-BBF5-7D582C12DEA9}" type="pres">
      <dgm:prSet presAssocID="{CAA383AD-F713-4246-8F94-A915BBA06013}" presName="sibTrans" presStyleLbl="sibTrans2D1" presStyleIdx="1" presStyleCnt="2"/>
      <dgm:spPr/>
    </dgm:pt>
    <dgm:pt modelId="{6E212407-2179-4317-99AA-4A94BAAC63F5}" type="pres">
      <dgm:prSet presAssocID="{CAA383AD-F713-4246-8F94-A915BBA06013}" presName="connectorText" presStyleLbl="sibTrans2D1" presStyleIdx="1" presStyleCnt="2"/>
      <dgm:spPr/>
    </dgm:pt>
    <dgm:pt modelId="{18AC88F6-D010-48B3-A5AD-ACE963EC4445}" type="pres">
      <dgm:prSet presAssocID="{A3C339CD-736F-4FDC-91C3-85FD92006B35}" presName="node" presStyleLbl="node1" presStyleIdx="2" presStyleCnt="3" custScaleY="67501">
        <dgm:presLayoutVars>
          <dgm:bulletEnabled val="1"/>
        </dgm:presLayoutVars>
      </dgm:prSet>
      <dgm:spPr/>
    </dgm:pt>
  </dgm:ptLst>
  <dgm:cxnLst>
    <dgm:cxn modelId="{B6648A01-78BE-4339-B5DA-5C6188A4AC2C}" srcId="{7321DA32-6A07-4539-AA02-1C086140A3DF}" destId="{7EF0F8F1-3B03-4E3D-9390-463EE0BBD6F1}" srcOrd="0" destOrd="0" parTransId="{459A0A8D-90E8-4750-9530-19E06E371033}" sibTransId="{677E7373-C66B-46E6-8FF9-A4B904EB0608}"/>
    <dgm:cxn modelId="{0CB42629-665A-42F4-8C34-B69BCB8676C1}" type="presOf" srcId="{E90CC2B9-2150-4846-9FC7-7D93A26F6329}" destId="{18AC88F6-D010-48B3-A5AD-ACE963EC4445}" srcOrd="0" destOrd="1" presId="urn:microsoft.com/office/officeart/2005/8/layout/process1"/>
    <dgm:cxn modelId="{D5B72A34-4F89-4A67-9369-BF150C7075A8}" type="presOf" srcId="{CAA383AD-F713-4246-8F94-A915BBA06013}" destId="{6E212407-2179-4317-99AA-4A94BAAC63F5}" srcOrd="1" destOrd="0" presId="urn:microsoft.com/office/officeart/2005/8/layout/process1"/>
    <dgm:cxn modelId="{2312CD40-DF8D-4270-9E0A-268FE0CAABE3}" type="presOf" srcId="{677E7373-C66B-46E6-8FF9-A4B904EB0608}" destId="{6A4A88FD-8C39-4CC0-A162-908979B21132}" srcOrd="1" destOrd="0" presId="urn:microsoft.com/office/officeart/2005/8/layout/process1"/>
    <dgm:cxn modelId="{0F9B0242-02E1-4CEB-8F3F-9816915B611C}" type="presOf" srcId="{7EF0F8F1-3B03-4E3D-9390-463EE0BBD6F1}" destId="{D79DAA21-C0B7-4E13-A9C4-6EF6697B92CD}" srcOrd="0" destOrd="0" presId="urn:microsoft.com/office/officeart/2005/8/layout/process1"/>
    <dgm:cxn modelId="{57D3B365-2804-49E9-A59B-87372418F941}" srcId="{7321DA32-6A07-4539-AA02-1C086140A3DF}" destId="{606C68E3-CE86-410B-9518-A9D3217AE90F}" srcOrd="1" destOrd="0" parTransId="{78E9E518-B8F3-4DB4-9EC9-9ABCD4521965}" sibTransId="{CAA383AD-F713-4246-8F94-A915BBA06013}"/>
    <dgm:cxn modelId="{31545146-E831-4CBC-9E8F-4C0393512289}" type="presOf" srcId="{7B12A0AC-F4E9-4BCD-B345-6FB060E3FD24}" destId="{19420AE2-3F5B-4B68-970B-8FD80B68FFE9}" srcOrd="0" destOrd="1" presId="urn:microsoft.com/office/officeart/2005/8/layout/process1"/>
    <dgm:cxn modelId="{818C4181-6438-4301-AFB5-5D50593F7792}" srcId="{7EF0F8F1-3B03-4E3D-9390-463EE0BBD6F1}" destId="{B8A820E2-7E90-469C-8B0B-17ACFE96FCEC}" srcOrd="0" destOrd="0" parTransId="{4B3299AA-23BF-42B3-9BA1-81B200708074}" sibTransId="{07A8F86D-DD22-4A44-9663-F4224D92E036}"/>
    <dgm:cxn modelId="{09E16283-212A-456D-8F90-CB90848ED4F3}" type="presOf" srcId="{606C68E3-CE86-410B-9518-A9D3217AE90F}" destId="{19420AE2-3F5B-4B68-970B-8FD80B68FFE9}" srcOrd="0" destOrd="0" presId="urn:microsoft.com/office/officeart/2005/8/layout/process1"/>
    <dgm:cxn modelId="{EF2C4C83-96FF-4D4F-9F7B-FA7E8ED7A901}" type="presOf" srcId="{B8A820E2-7E90-469C-8B0B-17ACFE96FCEC}" destId="{D79DAA21-C0B7-4E13-A9C4-6EF6697B92CD}" srcOrd="0" destOrd="1" presId="urn:microsoft.com/office/officeart/2005/8/layout/process1"/>
    <dgm:cxn modelId="{096C4C83-9CB1-41C5-8765-8E03F05098DF}" type="presOf" srcId="{7321DA32-6A07-4539-AA02-1C086140A3DF}" destId="{6257717C-E53A-4D14-BDDA-7D4D47F6A764}" srcOrd="0" destOrd="0" presId="urn:microsoft.com/office/officeart/2005/8/layout/process1"/>
    <dgm:cxn modelId="{2ED702A0-B03B-4D95-89E5-3FBF93C249AF}" srcId="{A3C339CD-736F-4FDC-91C3-85FD92006B35}" destId="{E90CC2B9-2150-4846-9FC7-7D93A26F6329}" srcOrd="0" destOrd="0" parTransId="{B30ED3E8-5A4C-40FD-A9F3-372F17FD3FE7}" sibTransId="{1DE0751D-3900-44E5-A1B3-C43200CA5399}"/>
    <dgm:cxn modelId="{40C388C3-B85E-4B82-A2EE-88014D8B85E5}" srcId="{7321DA32-6A07-4539-AA02-1C086140A3DF}" destId="{A3C339CD-736F-4FDC-91C3-85FD92006B35}" srcOrd="2" destOrd="0" parTransId="{9820BE3A-0B18-48B9-BCB4-4E9345A0E836}" sibTransId="{740928F0-15D0-4F98-8856-E0F62567A509}"/>
    <dgm:cxn modelId="{E59D9BD1-BBE1-4E07-A03D-99BD3287E2F3}" type="presOf" srcId="{CAA383AD-F713-4246-8F94-A915BBA06013}" destId="{A3467D77-E35F-4854-BBF5-7D582C12DEA9}" srcOrd="0" destOrd="0" presId="urn:microsoft.com/office/officeart/2005/8/layout/process1"/>
    <dgm:cxn modelId="{C425E8DC-E88F-496B-99A3-E6CE3F528998}" type="presOf" srcId="{677E7373-C66B-46E6-8FF9-A4B904EB0608}" destId="{18CC70CC-C3BF-4C73-85A7-5908017FAE22}" srcOrd="0" destOrd="0" presId="urn:microsoft.com/office/officeart/2005/8/layout/process1"/>
    <dgm:cxn modelId="{3A8825DE-C8F2-47BB-8D27-E64403F1050A}" srcId="{606C68E3-CE86-410B-9518-A9D3217AE90F}" destId="{7B12A0AC-F4E9-4BCD-B345-6FB060E3FD24}" srcOrd="0" destOrd="0" parTransId="{52727692-9D3F-49E0-A44A-60C1340BD2B7}" sibTransId="{DD144383-A59F-42BE-8969-D7C4CF6F616B}"/>
    <dgm:cxn modelId="{B59DD9F5-8FEA-4D89-BFBA-9FE5F8C9871E}" type="presOf" srcId="{A3C339CD-736F-4FDC-91C3-85FD92006B35}" destId="{18AC88F6-D010-48B3-A5AD-ACE963EC4445}" srcOrd="0" destOrd="0" presId="urn:microsoft.com/office/officeart/2005/8/layout/process1"/>
    <dgm:cxn modelId="{15FC5660-0C18-44CA-AF67-9064FF6888F9}" type="presParOf" srcId="{6257717C-E53A-4D14-BDDA-7D4D47F6A764}" destId="{D79DAA21-C0B7-4E13-A9C4-6EF6697B92CD}" srcOrd="0" destOrd="0" presId="urn:microsoft.com/office/officeart/2005/8/layout/process1"/>
    <dgm:cxn modelId="{3A343C64-B329-4556-B9A6-2AC23A807EE3}" type="presParOf" srcId="{6257717C-E53A-4D14-BDDA-7D4D47F6A764}" destId="{18CC70CC-C3BF-4C73-85A7-5908017FAE22}" srcOrd="1" destOrd="0" presId="urn:microsoft.com/office/officeart/2005/8/layout/process1"/>
    <dgm:cxn modelId="{D6EED8FD-63DF-4970-8668-D3B06EE28A8F}" type="presParOf" srcId="{18CC70CC-C3BF-4C73-85A7-5908017FAE22}" destId="{6A4A88FD-8C39-4CC0-A162-908979B21132}" srcOrd="0" destOrd="0" presId="urn:microsoft.com/office/officeart/2005/8/layout/process1"/>
    <dgm:cxn modelId="{971BC86A-73CF-4077-B6CB-E49B2DFA3BBF}" type="presParOf" srcId="{6257717C-E53A-4D14-BDDA-7D4D47F6A764}" destId="{19420AE2-3F5B-4B68-970B-8FD80B68FFE9}" srcOrd="2" destOrd="0" presId="urn:microsoft.com/office/officeart/2005/8/layout/process1"/>
    <dgm:cxn modelId="{9FBA9DC4-7B68-4D5D-8732-C3BC05822941}" type="presParOf" srcId="{6257717C-E53A-4D14-BDDA-7D4D47F6A764}" destId="{A3467D77-E35F-4854-BBF5-7D582C12DEA9}" srcOrd="3" destOrd="0" presId="urn:microsoft.com/office/officeart/2005/8/layout/process1"/>
    <dgm:cxn modelId="{D0CBE4BC-C910-4FC6-94AE-9E9C6B070D51}" type="presParOf" srcId="{A3467D77-E35F-4854-BBF5-7D582C12DEA9}" destId="{6E212407-2179-4317-99AA-4A94BAAC63F5}" srcOrd="0" destOrd="0" presId="urn:microsoft.com/office/officeart/2005/8/layout/process1"/>
    <dgm:cxn modelId="{E5299D73-E719-44E6-883E-A71B6B035AA8}" type="presParOf" srcId="{6257717C-E53A-4D14-BDDA-7D4D47F6A764}" destId="{18AC88F6-D010-48B3-A5AD-ACE963EC4445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C50D1E-A566-4B1B-8372-51222B1F5D17}">
      <dsp:nvSpPr>
        <dsp:cNvPr id="0" name=""/>
        <dsp:cNvSpPr/>
      </dsp:nvSpPr>
      <dsp:spPr>
        <a:xfrm>
          <a:off x="8129" y="1441218"/>
          <a:ext cx="2429936" cy="10435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shade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shade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3</a:t>
          </a:r>
          <a:r>
            <a:rPr lang="ru-RU" sz="3600" kern="1200" dirty="0"/>
            <a:t> </a:t>
          </a:r>
          <a:r>
            <a:rPr lang="en-US" sz="3600" kern="1200" dirty="0"/>
            <a:t>078</a:t>
          </a:r>
          <a:endParaRPr lang="ru-RU" sz="3600" kern="1200" dirty="0"/>
        </a:p>
        <a:p>
          <a:pPr marL="114300" lvl="1" indent="-114300" algn="ctr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500" kern="1200" dirty="0"/>
            <a:t>Игроков всего</a:t>
          </a:r>
        </a:p>
      </dsp:txBody>
      <dsp:txXfrm>
        <a:off x="38693" y="1471782"/>
        <a:ext cx="2368808" cy="982390"/>
      </dsp:txXfrm>
    </dsp:sp>
    <dsp:sp modelId="{EEB776E8-7F00-4FB9-B080-46B2E4CF0B06}">
      <dsp:nvSpPr>
        <dsp:cNvPr id="0" name=""/>
        <dsp:cNvSpPr/>
      </dsp:nvSpPr>
      <dsp:spPr>
        <a:xfrm>
          <a:off x="2681059" y="1661665"/>
          <a:ext cx="515146" cy="60262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shade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shade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shade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700" kern="1200"/>
        </a:p>
      </dsp:txBody>
      <dsp:txXfrm>
        <a:off x="2681059" y="1782190"/>
        <a:ext cx="360602" cy="361574"/>
      </dsp:txXfrm>
    </dsp:sp>
    <dsp:sp modelId="{0C5648E5-2605-4065-A532-35C630EE669B}">
      <dsp:nvSpPr>
        <dsp:cNvPr id="0" name=""/>
        <dsp:cNvSpPr/>
      </dsp:nvSpPr>
      <dsp:spPr>
        <a:xfrm>
          <a:off x="3410040" y="1441218"/>
          <a:ext cx="2429936" cy="10435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50000"/>
                <a:hueOff val="69001"/>
                <a:satOff val="21678"/>
                <a:lumOff val="212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shade val="50000"/>
                <a:hueOff val="69001"/>
                <a:satOff val="21678"/>
                <a:lumOff val="212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shade val="50000"/>
                <a:hueOff val="69001"/>
                <a:satOff val="21678"/>
                <a:lumOff val="212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kern="1200" dirty="0"/>
            <a:t>2 992</a:t>
          </a:r>
        </a:p>
        <a:p>
          <a:pPr marL="114300" lvl="1" indent="-114300" algn="ctr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500" kern="1200" dirty="0"/>
            <a:t>Разослали</a:t>
          </a:r>
          <a:r>
            <a:rPr lang="ru-RU" sz="1300" kern="1200" dirty="0"/>
            <a:t> </a:t>
          </a:r>
          <a:r>
            <a:rPr lang="ru-RU" sz="1500" kern="1200" dirty="0"/>
            <a:t>приглашения</a:t>
          </a:r>
        </a:p>
      </dsp:txBody>
      <dsp:txXfrm>
        <a:off x="3440604" y="1471782"/>
        <a:ext cx="2368808" cy="982390"/>
      </dsp:txXfrm>
    </dsp:sp>
    <dsp:sp modelId="{FC119081-51EE-40A4-B309-7E8CD71B74DB}">
      <dsp:nvSpPr>
        <dsp:cNvPr id="0" name=""/>
        <dsp:cNvSpPr/>
      </dsp:nvSpPr>
      <dsp:spPr>
        <a:xfrm>
          <a:off x="6082970" y="1661665"/>
          <a:ext cx="515146" cy="60262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shade val="90000"/>
                <a:hueOff val="111734"/>
                <a:satOff val="6812"/>
                <a:lumOff val="1535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shade val="90000"/>
                <a:hueOff val="111734"/>
                <a:satOff val="6812"/>
                <a:lumOff val="1535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shade val="90000"/>
                <a:hueOff val="111734"/>
                <a:satOff val="6812"/>
                <a:lumOff val="1535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700" kern="1200"/>
        </a:p>
      </dsp:txBody>
      <dsp:txXfrm>
        <a:off x="6082970" y="1782190"/>
        <a:ext cx="360602" cy="361574"/>
      </dsp:txXfrm>
    </dsp:sp>
    <dsp:sp modelId="{7C34286B-D776-4709-8868-13FD9D5861FD}">
      <dsp:nvSpPr>
        <dsp:cNvPr id="0" name=""/>
        <dsp:cNvSpPr/>
      </dsp:nvSpPr>
      <dsp:spPr>
        <a:xfrm>
          <a:off x="6811950" y="1441218"/>
          <a:ext cx="2429936" cy="10435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50000"/>
                <a:hueOff val="69001"/>
                <a:satOff val="21678"/>
                <a:lumOff val="212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shade val="50000"/>
                <a:hueOff val="69001"/>
                <a:satOff val="21678"/>
                <a:lumOff val="212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shade val="50000"/>
                <a:hueOff val="69001"/>
                <a:satOff val="21678"/>
                <a:lumOff val="212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1" kern="1200" dirty="0">
              <a:solidFill>
                <a:srgbClr val="002060"/>
              </a:solidFill>
            </a:rPr>
            <a:t>97%</a:t>
          </a:r>
        </a:p>
        <a:p>
          <a:pPr marL="114300" lvl="1" indent="-114300" algn="ctr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500" kern="1200" dirty="0"/>
            <a:t>Доля пригласивших</a:t>
          </a:r>
        </a:p>
      </dsp:txBody>
      <dsp:txXfrm>
        <a:off x="6842514" y="1471782"/>
        <a:ext cx="2368808" cy="9823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DAA21-C0B7-4E13-A9C4-6EF6697B92CD}">
      <dsp:nvSpPr>
        <dsp:cNvPr id="0" name=""/>
        <dsp:cNvSpPr/>
      </dsp:nvSpPr>
      <dsp:spPr>
        <a:xfrm>
          <a:off x="12638" y="1206133"/>
          <a:ext cx="2427563" cy="112109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kern="1200" dirty="0"/>
            <a:t>7 933</a:t>
          </a:r>
        </a:p>
        <a:p>
          <a:pPr marL="114300" lvl="1" indent="-114300" algn="ctr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500" kern="1200" dirty="0"/>
            <a:t>Приглашений отправлено</a:t>
          </a:r>
        </a:p>
      </dsp:txBody>
      <dsp:txXfrm>
        <a:off x="45474" y="1238969"/>
        <a:ext cx="2361891" cy="1055420"/>
      </dsp:txXfrm>
    </dsp:sp>
    <dsp:sp modelId="{18CC70CC-C3BF-4C73-85A7-5908017FAE22}">
      <dsp:nvSpPr>
        <dsp:cNvPr id="0" name=""/>
        <dsp:cNvSpPr/>
      </dsp:nvSpPr>
      <dsp:spPr>
        <a:xfrm>
          <a:off x="2682958" y="1465662"/>
          <a:ext cx="514643" cy="60203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shade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700" kern="1200"/>
        </a:p>
      </dsp:txBody>
      <dsp:txXfrm>
        <a:off x="2682958" y="1586069"/>
        <a:ext cx="360250" cy="361221"/>
      </dsp:txXfrm>
    </dsp:sp>
    <dsp:sp modelId="{19420AE2-3F5B-4B68-970B-8FD80B68FFE9}">
      <dsp:nvSpPr>
        <dsp:cNvPr id="0" name=""/>
        <dsp:cNvSpPr/>
      </dsp:nvSpPr>
      <dsp:spPr>
        <a:xfrm>
          <a:off x="3411226" y="1204994"/>
          <a:ext cx="2427563" cy="112337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shade val="80000"/>
                <a:hueOff val="0"/>
                <a:satOff val="5333"/>
                <a:lumOff val="881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0"/>
                <a:satOff val="5333"/>
                <a:lumOff val="881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0"/>
                <a:satOff val="5333"/>
                <a:lumOff val="881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kern="1200" dirty="0"/>
            <a:t>2 834</a:t>
          </a:r>
        </a:p>
        <a:p>
          <a:pPr marL="114300" lvl="1" indent="-114300" algn="ctr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500" kern="1200" dirty="0"/>
            <a:t>Зарегистрировалось игроков</a:t>
          </a:r>
        </a:p>
      </dsp:txBody>
      <dsp:txXfrm>
        <a:off x="3444128" y="1237896"/>
        <a:ext cx="2361759" cy="1057566"/>
      </dsp:txXfrm>
    </dsp:sp>
    <dsp:sp modelId="{A3467D77-E35F-4854-BBF5-7D582C12DEA9}">
      <dsp:nvSpPr>
        <dsp:cNvPr id="0" name=""/>
        <dsp:cNvSpPr/>
      </dsp:nvSpPr>
      <dsp:spPr>
        <a:xfrm>
          <a:off x="6081546" y="1465662"/>
          <a:ext cx="514643" cy="60203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shade val="90000"/>
                <a:hueOff val="0"/>
                <a:satOff val="3947"/>
                <a:lumOff val="141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90000"/>
                <a:hueOff val="0"/>
                <a:satOff val="3947"/>
                <a:lumOff val="141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90000"/>
                <a:hueOff val="0"/>
                <a:satOff val="3947"/>
                <a:lumOff val="141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700" kern="1200"/>
        </a:p>
      </dsp:txBody>
      <dsp:txXfrm>
        <a:off x="6081546" y="1586069"/>
        <a:ext cx="360250" cy="361221"/>
      </dsp:txXfrm>
    </dsp:sp>
    <dsp:sp modelId="{18AC88F6-D010-48B3-A5AD-ACE963EC4445}">
      <dsp:nvSpPr>
        <dsp:cNvPr id="0" name=""/>
        <dsp:cNvSpPr/>
      </dsp:nvSpPr>
      <dsp:spPr>
        <a:xfrm>
          <a:off x="6809815" y="1203891"/>
          <a:ext cx="2427563" cy="112557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shade val="80000"/>
                <a:hueOff val="0"/>
                <a:satOff val="10667"/>
                <a:lumOff val="1763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shade val="80000"/>
                <a:hueOff val="0"/>
                <a:satOff val="10667"/>
                <a:lumOff val="1763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shade val="80000"/>
                <a:hueOff val="0"/>
                <a:satOff val="10667"/>
                <a:lumOff val="1763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1" kern="1200" dirty="0">
              <a:solidFill>
                <a:schemeClr val="accent1">
                  <a:lumMod val="50000"/>
                </a:schemeClr>
              </a:solidFill>
            </a:rPr>
            <a:t>36%</a:t>
          </a:r>
        </a:p>
        <a:p>
          <a:pPr marL="114300" lvl="1" indent="-114300" algn="ctr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300" kern="1200" dirty="0"/>
            <a:t>Доля зарегистрировавшихся игроков </a:t>
          </a:r>
        </a:p>
      </dsp:txBody>
      <dsp:txXfrm>
        <a:off x="6842782" y="1236858"/>
        <a:ext cx="2361629" cy="10596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16EF179-AC8C-44A3-9ED6-6152B0CF8E1F}" type="datetimeyyyy">
              <a:rPr lang="ru-RU" smtClean="0"/>
              <a:t>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20BD0AB-C59E-4A46-83D3-F07787446B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4" name="Изображение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ru-RU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ru-RU" sz="18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Полилиния: Фигура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15" name="Полилиния: фигура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Изображение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36" name="Полилиния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олилиния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lvl="0" algn="ctr" rtl="0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</p:txBody>
      </p:sp>
      <p:sp>
        <p:nvSpPr>
          <p:cNvPr id="52" name="Рисунок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3" name="Изображение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Изображение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3" name="Изображение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7" name="Изображение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9" name="Изображение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Объект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25" name="Объект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ru-RU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ru-RU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ru-RU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indent="-283464">
              <a:spcBef>
                <a:spcPts val="1000"/>
              </a:spcBef>
              <a:defRPr lang="ru-RU" sz="1800"/>
            </a:lvl2pPr>
            <a:lvl3pPr indent="-283464">
              <a:spcBef>
                <a:spcPts val="1000"/>
              </a:spcBef>
              <a:defRPr lang="ru-RU" sz="1800"/>
            </a:lvl3pPr>
            <a:lvl4pPr indent="-283464">
              <a:spcBef>
                <a:spcPts val="1000"/>
              </a:spcBef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Полилиния: Фигура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21" name="Полилиния: Фигура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2" name="Полилиния: фигура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Изображение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44" name="Номер слайда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6" name="Изображение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21" name="Изображение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/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Изображение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Текст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1800"/>
            </a:lvl1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Объект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7" name="Номер слайда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Графический объект 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Изображение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4" name="Объект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9" name="Изображение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ru-RU" sz="24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ru-RU" sz="28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ru-RU" sz="1200">
                <a:solidFill>
                  <a:schemeClr val="accent6"/>
                </a:solidFill>
                <a:latin typeface="+mn-lt"/>
                <a:cs typeface="+mn-cs" panose="020B0604020202020204" pitchFamily="34" charset="0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ru-RU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chart" Target="../charts/chart5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chart" Target="../charts/char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6128883-F7FC-4D5D-B26E-92390ADF2F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2696285"/>
            <a:ext cx="4505738" cy="2234642"/>
          </a:xfrm>
        </p:spPr>
        <p:txBody>
          <a:bodyPr/>
          <a:lstStyle/>
          <a:p>
            <a:r>
              <a:rPr lang="ru-RU" dirty="0"/>
              <a:t>Аналитика по мобильной игре</a:t>
            </a:r>
          </a:p>
          <a:p>
            <a:r>
              <a:rPr lang="en-US" sz="3000" dirty="0"/>
              <a:t>Zombie Revolution</a:t>
            </a:r>
            <a:endParaRPr lang="ru-RU" sz="30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3FCAAE4-9249-4273-94BB-C9F469E47005}"/>
              </a:ext>
            </a:extLst>
          </p:cNvPr>
          <p:cNvSpPr txBox="1"/>
          <p:nvPr/>
        </p:nvSpPr>
        <p:spPr>
          <a:xfrm>
            <a:off x="7964556" y="408710"/>
            <a:ext cx="38204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Анализ пользовательской базы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717EAD6B-66AB-45A8-8952-4B3E08AD0BE4}"/>
              </a:ext>
            </a:extLst>
          </p:cNvPr>
          <p:cNvSpPr/>
          <p:nvPr/>
        </p:nvSpPr>
        <p:spPr>
          <a:xfrm>
            <a:off x="1725152" y="2276219"/>
            <a:ext cx="3664226" cy="91984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Количество игроков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1B3C226-4AD1-42EC-AE8B-7D04FC92E001}"/>
              </a:ext>
            </a:extLst>
          </p:cNvPr>
          <p:cNvSpPr/>
          <p:nvPr/>
        </p:nvSpPr>
        <p:spPr>
          <a:xfrm>
            <a:off x="1725152" y="2885820"/>
            <a:ext cx="3664226" cy="111981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/>
              <a:t>3 078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59EE9F-EC7F-4CDC-A380-C226E56EF001}"/>
              </a:ext>
            </a:extLst>
          </p:cNvPr>
          <p:cNvSpPr txBox="1"/>
          <p:nvPr/>
        </p:nvSpPr>
        <p:spPr>
          <a:xfrm>
            <a:off x="3066934" y="1190681"/>
            <a:ext cx="60581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000" dirty="0"/>
              <a:t>Мобильная игра </a:t>
            </a:r>
            <a:r>
              <a:rPr lang="en-US" sz="3000" dirty="0"/>
              <a:t>Zombie Revolution</a:t>
            </a:r>
            <a:endParaRPr lang="ru-RU" sz="3000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616185F4-4965-434C-AC75-D1A6EC5B167D}"/>
              </a:ext>
            </a:extLst>
          </p:cNvPr>
          <p:cNvSpPr/>
          <p:nvPr/>
        </p:nvSpPr>
        <p:spPr>
          <a:xfrm>
            <a:off x="1725152" y="4378304"/>
            <a:ext cx="3664226" cy="91984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Период регистрации игроков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31746E1-C111-4BB6-83EE-CAAF987CF947}"/>
              </a:ext>
            </a:extLst>
          </p:cNvPr>
          <p:cNvSpPr/>
          <p:nvPr/>
        </p:nvSpPr>
        <p:spPr>
          <a:xfrm>
            <a:off x="1725152" y="4987904"/>
            <a:ext cx="3664226" cy="111981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/>
              <a:t>01.07.22 – 30.03.23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318C38CB-9565-4E28-B1AD-78A57E29E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624" y="2305012"/>
            <a:ext cx="3831495" cy="3831495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F41F9326-BAA4-4BAF-9124-33EF309FE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22852" cy="62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2B5A01-1D9E-4997-8A2A-418B12138795}"/>
              </a:ext>
            </a:extLst>
          </p:cNvPr>
          <p:cNvSpPr txBox="1"/>
          <p:nvPr/>
        </p:nvSpPr>
        <p:spPr>
          <a:xfrm>
            <a:off x="7977809" y="411682"/>
            <a:ext cx="38828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Анализ пользовательской базы</a:t>
            </a:r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ACBC68AD-B571-4491-8D3F-7055071875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8884701"/>
              </p:ext>
            </p:extLst>
          </p:nvPr>
        </p:nvGraphicFramePr>
        <p:xfrm>
          <a:off x="1417984" y="993913"/>
          <a:ext cx="9250016" cy="54524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D82439-C307-4664-A9A0-A1D31F329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22852" cy="62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137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7CBCE93-8704-4C82-B329-66DCC3F60355}"/>
              </a:ext>
            </a:extLst>
          </p:cNvPr>
          <p:cNvSpPr txBox="1"/>
          <p:nvPr/>
        </p:nvSpPr>
        <p:spPr>
          <a:xfrm>
            <a:off x="5599043" y="424934"/>
            <a:ext cx="61092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b="1" dirty="0"/>
              <a:t>Анализ игровых сессий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14D0911-2BD7-48C5-BA71-D1D5741C06E3}"/>
              </a:ext>
            </a:extLst>
          </p:cNvPr>
          <p:cNvSpPr/>
          <p:nvPr/>
        </p:nvSpPr>
        <p:spPr>
          <a:xfrm>
            <a:off x="728869" y="1542495"/>
            <a:ext cx="2756453" cy="60960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Количество сессий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79B004B6-7CF6-484D-9ECF-D326690628AE}"/>
              </a:ext>
            </a:extLst>
          </p:cNvPr>
          <p:cNvSpPr/>
          <p:nvPr/>
        </p:nvSpPr>
        <p:spPr>
          <a:xfrm>
            <a:off x="728868" y="1915184"/>
            <a:ext cx="2756453" cy="42953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27 161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4BEF16C7-4DFC-46E6-88A8-57988BF60BE3}"/>
              </a:ext>
            </a:extLst>
          </p:cNvPr>
          <p:cNvSpPr/>
          <p:nvPr/>
        </p:nvSpPr>
        <p:spPr>
          <a:xfrm>
            <a:off x="728867" y="2639555"/>
            <a:ext cx="2756453" cy="55379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Сессии дольше 5 минут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BF94F1D1-FA80-499F-B7AF-777ACB0DBBCB}"/>
              </a:ext>
            </a:extLst>
          </p:cNvPr>
          <p:cNvSpPr/>
          <p:nvPr/>
        </p:nvSpPr>
        <p:spPr>
          <a:xfrm>
            <a:off x="728867" y="3004998"/>
            <a:ext cx="2756453" cy="46521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19 357</a:t>
            </a:r>
            <a:endParaRPr lang="ru-RU" sz="2400" i="1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5855B1A-E927-4081-8F6C-C4986A8F6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2852" cy="622852"/>
          </a:xfrm>
          <a:prstGeom prst="rect">
            <a:avLst/>
          </a:prstGeom>
        </p:spPr>
      </p:pic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385B5D0B-B2CB-4307-AA8D-499846935D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362849"/>
              </p:ext>
            </p:extLst>
          </p:nvPr>
        </p:nvGraphicFramePr>
        <p:xfrm>
          <a:off x="3877089" y="1186191"/>
          <a:ext cx="7831206" cy="52952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E904B22-CF10-9B41-05CE-FEDBEDB1077F}"/>
              </a:ext>
            </a:extLst>
          </p:cNvPr>
          <p:cNvGrpSpPr/>
          <p:nvPr/>
        </p:nvGrpSpPr>
        <p:grpSpPr>
          <a:xfrm>
            <a:off x="728868" y="3700560"/>
            <a:ext cx="2835965" cy="2622899"/>
            <a:chOff x="619238" y="3977468"/>
            <a:chExt cx="2839580" cy="3094566"/>
          </a:xfrm>
        </p:grpSpPr>
        <p:sp>
          <p:nvSpPr>
            <p:cNvPr id="3" name="Прямоугольник: скругленные углы 2">
              <a:extLst>
                <a:ext uri="{FF2B5EF4-FFF2-40B4-BE49-F238E27FC236}">
                  <a16:creationId xmlns:a16="http://schemas.microsoft.com/office/drawing/2014/main" id="{6AC67768-BB85-8099-90BB-CE4C86782E23}"/>
                </a:ext>
              </a:extLst>
            </p:cNvPr>
            <p:cNvSpPr/>
            <p:nvPr/>
          </p:nvSpPr>
          <p:spPr>
            <a:xfrm>
              <a:off x="622853" y="4378482"/>
              <a:ext cx="2835965" cy="2693552"/>
            </a:xfrm>
            <a:prstGeom prst="round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 rtl="0">
                <a:defRPr lang="ru-RU"/>
              </a:defPPr>
              <a:lvl1pPr marL="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sz="1500" dirty="0">
                  <a:solidFill>
                    <a:schemeClr val="accent6">
                      <a:lumMod val="75000"/>
                    </a:schemeClr>
                  </a:solidFill>
                </a:rPr>
                <a:t>Наблюдаем просадку в конце 2022 года и стабильный рост в начале 2023 года, особенно резкий в марте.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ru-RU" sz="1500" dirty="0">
                <a:solidFill>
                  <a:schemeClr val="accent6">
                    <a:lumMod val="75000"/>
                  </a:schemeClr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sz="1500" dirty="0">
                  <a:solidFill>
                    <a:schemeClr val="accent6">
                      <a:lumMod val="75000"/>
                    </a:schemeClr>
                  </a:solidFill>
                </a:rPr>
                <a:t>71 % не просто заходит в игру, а играет более 5 минут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ru-RU" sz="1400" dirty="0">
                <a:solidFill>
                  <a:schemeClr val="accent6">
                    <a:lumMod val="75000"/>
                  </a:schemeClr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ru-RU" sz="14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F2583B44-8616-F611-3083-1D55F39B7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238" y="3977468"/>
              <a:ext cx="360518" cy="360518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770256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7CBCE93-8704-4C82-B329-66DCC3F60355}"/>
              </a:ext>
            </a:extLst>
          </p:cNvPr>
          <p:cNvSpPr txBox="1"/>
          <p:nvPr/>
        </p:nvSpPr>
        <p:spPr>
          <a:xfrm>
            <a:off x="5599043" y="424934"/>
            <a:ext cx="61092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Анализ игровых сессий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5855B1A-E927-4081-8F6C-C4986A8F6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2852" cy="622852"/>
          </a:xfrm>
          <a:prstGeom prst="rect">
            <a:avLst/>
          </a:prstGeom>
        </p:spPr>
      </p:pic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52A758C7-5787-48E3-B8CF-54598C7C0C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1544329"/>
              </p:ext>
            </p:extLst>
          </p:nvPr>
        </p:nvGraphicFramePr>
        <p:xfrm>
          <a:off x="443948" y="1013689"/>
          <a:ext cx="5473148" cy="3333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id="{E537262F-EAE9-4C79-94DF-3B5E840164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2947513"/>
              </p:ext>
            </p:extLst>
          </p:nvPr>
        </p:nvGraphicFramePr>
        <p:xfrm>
          <a:off x="5827643" y="2959314"/>
          <a:ext cx="5652052" cy="3557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Стрелка: влево 1">
            <a:extLst>
              <a:ext uri="{FF2B5EF4-FFF2-40B4-BE49-F238E27FC236}">
                <a16:creationId xmlns:a16="http://schemas.microsoft.com/office/drawing/2014/main" id="{9C533B5D-2CDA-4AFF-943B-F28F1729D2EA}"/>
              </a:ext>
            </a:extLst>
          </p:cNvPr>
          <p:cNvSpPr/>
          <p:nvPr/>
        </p:nvSpPr>
        <p:spPr>
          <a:xfrm>
            <a:off x="6274906" y="1960817"/>
            <a:ext cx="5035826" cy="557556"/>
          </a:xfrm>
          <a:prstGeom prst="lef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accent6">
                    <a:lumMod val="75000"/>
                  </a:schemeClr>
                </a:solidFill>
              </a:rPr>
              <a:t>Резкий скачок в марте 2023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1973B503-6D52-DCBA-67B5-6F491193A8C2}"/>
              </a:ext>
            </a:extLst>
          </p:cNvPr>
          <p:cNvSpPr/>
          <p:nvPr/>
        </p:nvSpPr>
        <p:spPr>
          <a:xfrm>
            <a:off x="965452" y="4863342"/>
            <a:ext cx="4340687" cy="1653316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 rtl="0">
              <a:defRPr lang="ru-RU"/>
            </a:defPPr>
            <a:lvl1pPr marL="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solidFill>
                  <a:schemeClr val="accent6">
                    <a:lumMod val="75000"/>
                  </a:schemeClr>
                </a:solidFill>
              </a:rPr>
              <a:t>55-70% пользователей играют более 1 часа при средней норме для </a:t>
            </a:r>
            <a:r>
              <a:rPr lang="ru-RU" sz="1400" dirty="0" err="1">
                <a:solidFill>
                  <a:schemeClr val="accent6">
                    <a:lumMod val="75000"/>
                  </a:schemeClr>
                </a:solidFill>
              </a:rPr>
              <a:t>мидкорной</a:t>
            </a:r>
            <a:r>
              <a:rPr lang="ru-RU" sz="1400" dirty="0">
                <a:solidFill>
                  <a:schemeClr val="accent6">
                    <a:lumMod val="75000"/>
                  </a:schemeClr>
                </a:solidFill>
              </a:rPr>
              <a:t> игры 10-40 минут. </a:t>
            </a:r>
          </a:p>
          <a:p>
            <a:endParaRPr lang="ru-RU" sz="1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ru-RU" sz="1400" dirty="0">
                <a:solidFill>
                  <a:schemeClr val="accent6">
                    <a:lumMod val="75000"/>
                  </a:schemeClr>
                </a:solidFill>
              </a:rPr>
              <a:t>Вероятнее всего игра увлекает пользователей. Если бы они испытывали сложности в прохождении, наблюдался бы отток.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EA009B0-8102-FE0D-BACC-20452B2360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434" y="4422698"/>
            <a:ext cx="484305" cy="39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829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2B5A01-1D9E-4997-8A2A-418B12138795}"/>
              </a:ext>
            </a:extLst>
          </p:cNvPr>
          <p:cNvSpPr txBox="1"/>
          <p:nvPr/>
        </p:nvSpPr>
        <p:spPr>
          <a:xfrm>
            <a:off x="7765775" y="411682"/>
            <a:ext cx="40949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Анализ реферальной программы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D82439-C307-4664-A9A0-A1D31F329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2852" cy="622852"/>
          </a:xfrm>
          <a:prstGeom prst="rect">
            <a:avLst/>
          </a:prstGeom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062BB155-36A1-4A39-B807-B8F6CA6F06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2028873"/>
              </p:ext>
            </p:extLst>
          </p:nvPr>
        </p:nvGraphicFramePr>
        <p:xfrm>
          <a:off x="772753" y="1209457"/>
          <a:ext cx="9250017" cy="39259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58135BEF-B801-4ED1-B861-2C42EB6A43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1421882"/>
              </p:ext>
            </p:extLst>
          </p:nvPr>
        </p:nvGraphicFramePr>
        <p:xfrm>
          <a:off x="772753" y="160846"/>
          <a:ext cx="9250017" cy="353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05F72BFA-4910-4A76-B8BE-F10EED7086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9867714"/>
              </p:ext>
            </p:extLst>
          </p:nvPr>
        </p:nvGraphicFramePr>
        <p:xfrm>
          <a:off x="772751" y="4091871"/>
          <a:ext cx="4727555" cy="24757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4780CF6C-BF16-A13B-286C-6113D6789CC1}"/>
              </a:ext>
            </a:extLst>
          </p:cNvPr>
          <p:cNvSpPr/>
          <p:nvPr/>
        </p:nvSpPr>
        <p:spPr>
          <a:xfrm>
            <a:off x="7320713" y="4554006"/>
            <a:ext cx="4340687" cy="1630018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 rtl="0">
              <a:defRPr lang="ru-RU"/>
            </a:defPPr>
            <a:lvl1pPr marL="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6">
                    <a:lumMod val="75000"/>
                  </a:schemeClr>
                </a:solidFill>
              </a:rPr>
              <a:t>Возможно стоит сделать </a:t>
            </a:r>
            <a:r>
              <a:rPr lang="ru-RU" sz="1400" dirty="0" err="1">
                <a:solidFill>
                  <a:schemeClr val="accent6">
                    <a:lumMod val="75000"/>
                  </a:schemeClr>
                </a:solidFill>
              </a:rPr>
              <a:t>доп.мотивацию</a:t>
            </a:r>
            <a:r>
              <a:rPr lang="ru-RU" sz="1400" dirty="0">
                <a:solidFill>
                  <a:schemeClr val="accent6">
                    <a:lumMod val="75000"/>
                  </a:schemeClr>
                </a:solidFill>
              </a:rPr>
              <a:t> для игроков, отправивших более трех приглашений.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6">
                    <a:lumMod val="75000"/>
                  </a:schemeClr>
                </a:solidFill>
              </a:rPr>
              <a:t>Доля зарегистрировавшихся игроков немного выше средней нормы 20-30%.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BF71880-E381-584A-9F7C-CEC6993F89C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77094" y="4091871"/>
            <a:ext cx="484305" cy="39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551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2B5A01-1D9E-4997-8A2A-418B12138795}"/>
              </a:ext>
            </a:extLst>
          </p:cNvPr>
          <p:cNvSpPr txBox="1"/>
          <p:nvPr/>
        </p:nvSpPr>
        <p:spPr>
          <a:xfrm>
            <a:off x="7686261" y="411682"/>
            <a:ext cx="38828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b="1" dirty="0"/>
              <a:t>Анализ проблемных сессий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D82439-C307-4664-A9A0-A1D31F329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2852" cy="622852"/>
          </a:xfrm>
          <a:prstGeom prst="rect">
            <a:avLst/>
          </a:prstGeom>
        </p:spPr>
      </p:pic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EA137BCE-1A72-4726-A0B5-5A16D8A1F7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483342"/>
              </p:ext>
            </p:extLst>
          </p:nvPr>
        </p:nvGraphicFramePr>
        <p:xfrm>
          <a:off x="4416494" y="939642"/>
          <a:ext cx="5080073" cy="4007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799B931-4781-4E77-83A7-801249030682}"/>
              </a:ext>
            </a:extLst>
          </p:cNvPr>
          <p:cNvSpPr txBox="1"/>
          <p:nvPr/>
        </p:nvSpPr>
        <p:spPr>
          <a:xfrm>
            <a:off x="2217221" y="3091482"/>
            <a:ext cx="592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12</a:t>
            </a:r>
            <a:r>
              <a:rPr lang="ru-RU" sz="1200" dirty="0">
                <a:solidFill>
                  <a:schemeClr val="bg1"/>
                </a:solidFill>
              </a:rPr>
              <a:t>%</a:t>
            </a:r>
          </a:p>
        </p:txBody>
      </p:sp>
      <p:graphicFrame>
        <p:nvGraphicFramePr>
          <p:cNvPr id="19" name="Диаграмма 18">
            <a:extLst>
              <a:ext uri="{FF2B5EF4-FFF2-40B4-BE49-F238E27FC236}">
                <a16:creationId xmlns:a16="http://schemas.microsoft.com/office/drawing/2014/main" id="{2B7E8C71-9822-4FEB-9679-8FA1DEC7AC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7047656"/>
              </p:ext>
            </p:extLst>
          </p:nvPr>
        </p:nvGraphicFramePr>
        <p:xfrm>
          <a:off x="155398" y="966778"/>
          <a:ext cx="5080073" cy="4007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6E8802D-23EA-445C-8CC0-5F2CB26ADE71}"/>
              </a:ext>
            </a:extLst>
          </p:cNvPr>
          <p:cNvSpPr txBox="1"/>
          <p:nvPr/>
        </p:nvSpPr>
        <p:spPr>
          <a:xfrm>
            <a:off x="2093919" y="18444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12%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50E2F328-D970-BEBD-93A2-FDC4F2B09670}"/>
              </a:ext>
            </a:extLst>
          </p:cNvPr>
          <p:cNvSpPr/>
          <p:nvPr/>
        </p:nvSpPr>
        <p:spPr>
          <a:xfrm>
            <a:off x="8322365" y="4906900"/>
            <a:ext cx="3339035" cy="1198458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 rtl="0">
              <a:defRPr lang="ru-RU"/>
            </a:defPPr>
            <a:lvl1pPr marL="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solidFill>
                  <a:schemeClr val="accent6">
                    <a:lumMod val="75000"/>
                  </a:schemeClr>
                </a:solidFill>
              </a:rPr>
              <a:t>Практически все проблемные сессии на платформе 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IOS</a:t>
            </a:r>
            <a:r>
              <a:rPr lang="ru-RU" sz="1400" dirty="0">
                <a:solidFill>
                  <a:schemeClr val="accent6">
                    <a:lumMod val="75000"/>
                  </a:schemeClr>
                </a:solidFill>
              </a:rPr>
              <a:t>. Необходимо передать информацию в технический отдел  для решения проблемы.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EDF07F4-835D-1EAA-BB7A-68F8A84317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7095" y="4463977"/>
            <a:ext cx="484305" cy="40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468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2B5A01-1D9E-4997-8A2A-418B12138795}"/>
              </a:ext>
            </a:extLst>
          </p:cNvPr>
          <p:cNvSpPr txBox="1"/>
          <p:nvPr/>
        </p:nvSpPr>
        <p:spPr>
          <a:xfrm>
            <a:off x="7686261" y="411682"/>
            <a:ext cx="38828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b="1" dirty="0"/>
              <a:t>Анализ маркетинговой акции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D82439-C307-4664-A9A0-A1D31F329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2852" cy="6228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99B931-4781-4E77-83A7-801249030682}"/>
              </a:ext>
            </a:extLst>
          </p:cNvPr>
          <p:cNvSpPr txBox="1"/>
          <p:nvPr/>
        </p:nvSpPr>
        <p:spPr>
          <a:xfrm>
            <a:off x="2217221" y="3091482"/>
            <a:ext cx="592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12</a:t>
            </a:r>
            <a:r>
              <a:rPr lang="ru-RU" sz="1200" dirty="0">
                <a:solidFill>
                  <a:schemeClr val="bg1"/>
                </a:solidFill>
              </a:rPr>
              <a:t>%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CB394A9-AFFD-4AD0-9E75-072D8BB123BA}"/>
              </a:ext>
            </a:extLst>
          </p:cNvPr>
          <p:cNvSpPr/>
          <p:nvPr/>
        </p:nvSpPr>
        <p:spPr>
          <a:xfrm>
            <a:off x="622851" y="909959"/>
            <a:ext cx="2794905" cy="148795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Условия акции</a:t>
            </a:r>
          </a:p>
          <a:p>
            <a:endParaRPr lang="ru-RU" sz="2000" dirty="0">
              <a:solidFill>
                <a:schemeClr val="tx1"/>
              </a:solidFill>
            </a:endParaRPr>
          </a:p>
        </p:txBody>
      </p:sp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B41F5ECA-5B22-4040-A06B-095D4F6615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5301849"/>
              </p:ext>
            </p:extLst>
          </p:nvPr>
        </p:nvGraphicFramePr>
        <p:xfrm>
          <a:off x="3612631" y="909960"/>
          <a:ext cx="7719933" cy="55363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3099D2F-C8CB-4E58-938C-EF926D685BCD}"/>
              </a:ext>
            </a:extLst>
          </p:cNvPr>
          <p:cNvSpPr/>
          <p:nvPr/>
        </p:nvSpPr>
        <p:spPr>
          <a:xfrm>
            <a:off x="622850" y="1492664"/>
            <a:ext cx="2794905" cy="148795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400" b="0" i="0" dirty="0">
                <a:solidFill>
                  <a:schemeClr val="bg1"/>
                </a:solidFill>
                <a:effectLst/>
              </a:rPr>
              <a:t>В марте 2023 года чем чаще игрок заходил в игру, тем больше получал бесплатных кристаллов. Акция шла </a:t>
            </a:r>
            <a:r>
              <a:rPr lang="ru-RU" sz="1400" b="1" dirty="0">
                <a:solidFill>
                  <a:schemeClr val="bg1"/>
                </a:solidFill>
                <a:effectLst/>
              </a:rPr>
              <a:t>первые 3 недели марта.</a:t>
            </a:r>
            <a:endParaRPr lang="ru-RU" sz="1400" dirty="0">
              <a:solidFill>
                <a:schemeClr val="bg1"/>
              </a:solidFill>
            </a:endParaRPr>
          </a:p>
          <a:p>
            <a:pPr algn="ctr"/>
            <a:endParaRPr lang="ru-RU" sz="1400" b="1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B9F93D5C-C447-CBE4-7267-C4F277D15D6B}"/>
              </a:ext>
            </a:extLst>
          </p:cNvPr>
          <p:cNvSpPr/>
          <p:nvPr/>
        </p:nvSpPr>
        <p:spPr>
          <a:xfrm>
            <a:off x="732478" y="5102087"/>
            <a:ext cx="2832355" cy="1221372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 rtl="0">
              <a:defRPr lang="ru-RU"/>
            </a:defPPr>
            <a:lvl1pPr marL="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6">
                    <a:lumMod val="75000"/>
                  </a:schemeClr>
                </a:solidFill>
              </a:rPr>
              <a:t>В марте наблюдаем резкий прирост по всем трем показателям. Пользователи стали чаще заходить в игру.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3CA0192-4492-A099-46B4-A560EC6BC5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78" y="4730499"/>
            <a:ext cx="360059" cy="278771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619177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2B5A01-1D9E-4997-8A2A-418B12138795}"/>
              </a:ext>
            </a:extLst>
          </p:cNvPr>
          <p:cNvSpPr txBox="1"/>
          <p:nvPr/>
        </p:nvSpPr>
        <p:spPr>
          <a:xfrm>
            <a:off x="7686261" y="411682"/>
            <a:ext cx="38828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b="1" dirty="0"/>
              <a:t>Анализ маркетинговой акции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D82439-C307-4664-A9A0-A1D31F329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2852" cy="6228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99B931-4781-4E77-83A7-801249030682}"/>
              </a:ext>
            </a:extLst>
          </p:cNvPr>
          <p:cNvSpPr txBox="1"/>
          <p:nvPr/>
        </p:nvSpPr>
        <p:spPr>
          <a:xfrm>
            <a:off x="2217221" y="3091482"/>
            <a:ext cx="592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12</a:t>
            </a:r>
            <a:r>
              <a:rPr lang="ru-RU" sz="1200" dirty="0">
                <a:solidFill>
                  <a:schemeClr val="bg1"/>
                </a:solidFill>
              </a:rPr>
              <a:t>%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CB394A9-AFFD-4AD0-9E75-072D8BB123BA}"/>
              </a:ext>
            </a:extLst>
          </p:cNvPr>
          <p:cNvSpPr/>
          <p:nvPr/>
        </p:nvSpPr>
        <p:spPr>
          <a:xfrm>
            <a:off x="622851" y="909959"/>
            <a:ext cx="2794905" cy="148795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2000" dirty="0">
                <a:solidFill>
                  <a:schemeClr val="tx1"/>
                </a:solidFill>
              </a:rPr>
              <a:t>Условия акции</a:t>
            </a:r>
          </a:p>
          <a:p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3099D2F-C8CB-4E58-938C-EF926D685BCD}"/>
              </a:ext>
            </a:extLst>
          </p:cNvPr>
          <p:cNvSpPr/>
          <p:nvPr/>
        </p:nvSpPr>
        <p:spPr>
          <a:xfrm>
            <a:off x="622850" y="1492664"/>
            <a:ext cx="2794905" cy="148795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400" b="0" i="0" dirty="0">
                <a:solidFill>
                  <a:schemeClr val="bg1"/>
                </a:solidFill>
                <a:effectLst/>
              </a:rPr>
              <a:t>В марте 2023 года чем чаще игрок заходил в игру, тем больше получал бесплатных кристаллов. Акция шла </a:t>
            </a:r>
            <a:r>
              <a:rPr lang="ru-RU" sz="1400" b="1" dirty="0">
                <a:solidFill>
                  <a:schemeClr val="bg1"/>
                </a:solidFill>
                <a:effectLst/>
              </a:rPr>
              <a:t>первые 3 недели марта.</a:t>
            </a:r>
            <a:endParaRPr lang="ru-RU" sz="1400" dirty="0">
              <a:solidFill>
                <a:schemeClr val="bg1"/>
              </a:solidFill>
            </a:endParaRPr>
          </a:p>
          <a:p>
            <a:pPr algn="ctr"/>
            <a:endParaRPr lang="ru-RU" sz="1400" b="1" dirty="0"/>
          </a:p>
        </p:txBody>
      </p:sp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040163EC-4476-4281-96EB-5B20E4776F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4570856"/>
              </p:ext>
            </p:extLst>
          </p:nvPr>
        </p:nvGraphicFramePr>
        <p:xfrm>
          <a:off x="3454004" y="909959"/>
          <a:ext cx="8115144" cy="5478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D3292A5-F4C0-BDFD-EBC0-F017734ED9AC}"/>
              </a:ext>
            </a:extLst>
          </p:cNvPr>
          <p:cNvGrpSpPr/>
          <p:nvPr/>
        </p:nvGrpSpPr>
        <p:grpSpPr>
          <a:xfrm>
            <a:off x="621648" y="3817732"/>
            <a:ext cx="2796107" cy="2478144"/>
            <a:chOff x="511882" y="4497354"/>
            <a:chExt cx="2799671" cy="2649469"/>
          </a:xfrm>
        </p:grpSpPr>
        <p:sp>
          <p:nvSpPr>
            <p:cNvPr id="3" name="Прямоугольник: скругленные углы 2">
              <a:extLst>
                <a:ext uri="{FF2B5EF4-FFF2-40B4-BE49-F238E27FC236}">
                  <a16:creationId xmlns:a16="http://schemas.microsoft.com/office/drawing/2014/main" id="{33B2D86D-1BC8-AFD0-A812-FE929C7413B3}"/>
                </a:ext>
              </a:extLst>
            </p:cNvPr>
            <p:cNvSpPr/>
            <p:nvPr/>
          </p:nvSpPr>
          <p:spPr>
            <a:xfrm>
              <a:off x="511882" y="4863395"/>
              <a:ext cx="2799671" cy="2283428"/>
            </a:xfrm>
            <a:prstGeom prst="round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 rtl="0">
                <a:defRPr lang="ru-RU"/>
              </a:defPPr>
              <a:lvl1pPr marL="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accent6">
                      <a:lumMod val="75000"/>
                    </a:schemeClr>
                  </a:solidFill>
                </a:rPr>
                <a:t>В марте наблюдаем просадку по обоим показателям. Прирост </a:t>
              </a:r>
              <a:r>
                <a:rPr lang="en-US" sz="1400" dirty="0">
                  <a:solidFill>
                    <a:schemeClr val="accent6">
                      <a:lumMod val="75000"/>
                    </a:schemeClr>
                  </a:solidFill>
                </a:rPr>
                <a:t>DAU </a:t>
              </a:r>
              <a:r>
                <a:rPr lang="ru-RU" sz="1400" dirty="0">
                  <a:solidFill>
                    <a:schemeClr val="accent6">
                      <a:lumMod val="75000"/>
                    </a:schemeClr>
                  </a:solidFill>
                </a:rPr>
                <a:t>был менее значителен, чем приросты </a:t>
              </a:r>
              <a:r>
                <a:rPr lang="en-US" sz="1400" dirty="0">
                  <a:solidFill>
                    <a:schemeClr val="accent6">
                      <a:lumMod val="75000"/>
                    </a:schemeClr>
                  </a:solidFill>
                </a:rPr>
                <a:t>MAU </a:t>
              </a:r>
              <a:r>
                <a:rPr lang="ru-RU" sz="1400" dirty="0">
                  <a:solidFill>
                    <a:schemeClr val="accent6">
                      <a:lumMod val="75000"/>
                    </a:schemeClr>
                  </a:solidFill>
                </a:rPr>
                <a:t>и </a:t>
              </a:r>
              <a:r>
                <a:rPr lang="en-US" sz="1400" dirty="0">
                  <a:solidFill>
                    <a:schemeClr val="accent6">
                      <a:lumMod val="75000"/>
                    </a:schemeClr>
                  </a:solidFill>
                </a:rPr>
                <a:t>WAU</a:t>
              </a:r>
              <a:r>
                <a:rPr lang="ru-RU" sz="1400" dirty="0">
                  <a:solidFill>
                    <a:schemeClr val="accent6">
                      <a:lumMod val="75000"/>
                    </a:schemeClr>
                  </a:solidFill>
                </a:rPr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ru-RU" sz="1400" dirty="0">
                <a:solidFill>
                  <a:schemeClr val="accent6">
                    <a:lumMod val="75000"/>
                  </a:schemeClr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accent6">
                      <a:lumMod val="75000"/>
                    </a:schemeClr>
                  </a:solidFill>
                </a:rPr>
                <a:t>Акцией в большей степени разбудили «спящих» игроков</a:t>
              </a:r>
            </a:p>
          </p:txBody>
        </p:sp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FB6C5238-048C-A6F4-BA1A-120C55651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3087" y="4497354"/>
              <a:ext cx="360518" cy="360517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679301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2B5A01-1D9E-4997-8A2A-418B12138795}"/>
              </a:ext>
            </a:extLst>
          </p:cNvPr>
          <p:cNvSpPr txBox="1"/>
          <p:nvPr/>
        </p:nvSpPr>
        <p:spPr>
          <a:xfrm>
            <a:off x="7898296" y="338795"/>
            <a:ext cx="38828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b="1" dirty="0"/>
              <a:t>Анализ динамики выручки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D82439-C307-4664-A9A0-A1D31F329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2852" cy="6228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99B931-4781-4E77-83A7-801249030682}"/>
              </a:ext>
            </a:extLst>
          </p:cNvPr>
          <p:cNvSpPr txBox="1"/>
          <p:nvPr/>
        </p:nvSpPr>
        <p:spPr>
          <a:xfrm>
            <a:off x="2217221" y="3091482"/>
            <a:ext cx="592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12</a:t>
            </a:r>
            <a:r>
              <a:rPr lang="ru-RU" sz="1200" dirty="0">
                <a:solidFill>
                  <a:schemeClr val="bg1"/>
                </a:solidFill>
              </a:rPr>
              <a:t>%</a:t>
            </a:r>
          </a:p>
        </p:txBody>
      </p:sp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2B8BBC5E-3A7E-4112-B45F-DA6C67A236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4355934"/>
              </p:ext>
            </p:extLst>
          </p:nvPr>
        </p:nvGraphicFramePr>
        <p:xfrm>
          <a:off x="3281458" y="1813810"/>
          <a:ext cx="8318431" cy="47053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id="{DECAB260-6739-407D-AFC7-6C4F48F62E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2105948"/>
              </p:ext>
            </p:extLst>
          </p:nvPr>
        </p:nvGraphicFramePr>
        <p:xfrm>
          <a:off x="410817" y="467646"/>
          <a:ext cx="3486626" cy="21256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A736F44-8201-5DA8-357A-EE7DA6D94F2A}"/>
              </a:ext>
            </a:extLst>
          </p:cNvPr>
          <p:cNvGrpSpPr/>
          <p:nvPr/>
        </p:nvGrpSpPr>
        <p:grpSpPr>
          <a:xfrm>
            <a:off x="621649" y="3429000"/>
            <a:ext cx="3155221" cy="2894459"/>
            <a:chOff x="511882" y="3977468"/>
            <a:chExt cx="2835965" cy="3094566"/>
          </a:xfrm>
        </p:grpSpPr>
        <p:sp>
          <p:nvSpPr>
            <p:cNvPr id="3" name="Прямоугольник: скругленные углы 2">
              <a:extLst>
                <a:ext uri="{FF2B5EF4-FFF2-40B4-BE49-F238E27FC236}">
                  <a16:creationId xmlns:a16="http://schemas.microsoft.com/office/drawing/2014/main" id="{BA69F2C1-AE62-8815-D99B-EC6C823E4FCD}"/>
                </a:ext>
              </a:extLst>
            </p:cNvPr>
            <p:cNvSpPr/>
            <p:nvPr/>
          </p:nvSpPr>
          <p:spPr>
            <a:xfrm>
              <a:off x="511882" y="4378482"/>
              <a:ext cx="2835965" cy="2693552"/>
            </a:xfrm>
            <a:prstGeom prst="round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 rtl="0">
                <a:defRPr lang="ru-RU"/>
              </a:defPPr>
              <a:lvl1pPr marL="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lang="ru-RU"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accent6">
                      <a:lumMod val="75000"/>
                    </a:schemeClr>
                  </a:solidFill>
                </a:rPr>
                <a:t>С 2023 прирост по выручке, особенно резкий скачок в марте. Предположительно из-за акции.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ru-RU" sz="1400" dirty="0">
                <a:solidFill>
                  <a:schemeClr val="accent6">
                    <a:lumMod val="75000"/>
                  </a:schemeClr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accent6">
                      <a:lumMod val="75000"/>
                    </a:schemeClr>
                  </a:solidFill>
                </a:rPr>
                <a:t>Оружие наименее покупаемый предмет. Возможно из-за высокой стоимости. Возможно из-за игровой механики (легко играть без его покупки).</a:t>
              </a:r>
            </a:p>
          </p:txBody>
        </p:sp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D5DBB140-F0A1-3149-A1DA-17983ED7EC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9238" y="3977468"/>
              <a:ext cx="360518" cy="360518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731293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2B5A01-1D9E-4997-8A2A-418B12138795}"/>
              </a:ext>
            </a:extLst>
          </p:cNvPr>
          <p:cNvSpPr txBox="1"/>
          <p:nvPr/>
        </p:nvSpPr>
        <p:spPr>
          <a:xfrm>
            <a:off x="7898296" y="338795"/>
            <a:ext cx="38828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b="1" dirty="0"/>
              <a:t>Анализ повышения цены 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D82439-C307-4664-A9A0-A1D31F329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2852" cy="6228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99B931-4781-4E77-83A7-801249030682}"/>
              </a:ext>
            </a:extLst>
          </p:cNvPr>
          <p:cNvSpPr txBox="1"/>
          <p:nvPr/>
        </p:nvSpPr>
        <p:spPr>
          <a:xfrm>
            <a:off x="2217221" y="3091482"/>
            <a:ext cx="592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12</a:t>
            </a:r>
            <a:r>
              <a:rPr lang="ru-RU" sz="1200" dirty="0">
                <a:solidFill>
                  <a:schemeClr val="bg1"/>
                </a:solidFill>
              </a:rPr>
              <a:t>%</a:t>
            </a:r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29E70684-DE74-4673-A456-E808E5EB60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1779135"/>
              </p:ext>
            </p:extLst>
          </p:nvPr>
        </p:nvGraphicFramePr>
        <p:xfrm>
          <a:off x="3617843" y="1497373"/>
          <a:ext cx="7846862" cy="4744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EED75041-B16C-4FA6-83BC-C8C337F44CEA}"/>
              </a:ext>
            </a:extLst>
          </p:cNvPr>
          <p:cNvSpPr/>
          <p:nvPr/>
        </p:nvSpPr>
        <p:spPr>
          <a:xfrm>
            <a:off x="580830" y="748686"/>
            <a:ext cx="5952492" cy="40011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0" i="0" dirty="0">
                <a:solidFill>
                  <a:srgbClr val="0F1119"/>
                </a:solidFill>
                <a:effectLst/>
              </a:rPr>
              <a:t>С 1 января 2023 года мы увеличили стоимость одного кристалла</a:t>
            </a:r>
            <a:endParaRPr lang="ru-RU" sz="1600" b="1" dirty="0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0FDE1D1F-D2A7-7A2F-951C-2AD76907B14D}"/>
              </a:ext>
            </a:extLst>
          </p:cNvPr>
          <p:cNvSpPr/>
          <p:nvPr/>
        </p:nvSpPr>
        <p:spPr>
          <a:xfrm>
            <a:off x="580830" y="4832764"/>
            <a:ext cx="2598629" cy="1327388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 rtl="0">
              <a:defRPr lang="ru-RU"/>
            </a:defPPr>
            <a:lvl1pPr marL="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ru-RU" sz="1400" dirty="0">
                <a:solidFill>
                  <a:schemeClr val="accent6">
                    <a:lumMod val="75000"/>
                  </a:schemeClr>
                </a:solidFill>
              </a:rPr>
              <a:t>Несмотря на уменьшение количества кристаллов в покупке, выручка выросла за счет повышения стоимости.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D1840F-F22B-2543-1B53-BCC5AE9BD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52" y="4444721"/>
            <a:ext cx="360059" cy="337205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765292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2B5A01-1D9E-4997-8A2A-418B12138795}"/>
              </a:ext>
            </a:extLst>
          </p:cNvPr>
          <p:cNvSpPr txBox="1"/>
          <p:nvPr/>
        </p:nvSpPr>
        <p:spPr>
          <a:xfrm>
            <a:off x="6805534" y="422797"/>
            <a:ext cx="49756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b="1" dirty="0"/>
              <a:t>Анализ средних платежей по когортам 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D82439-C307-4664-A9A0-A1D31F329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2852" cy="6228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99B931-4781-4E77-83A7-801249030682}"/>
              </a:ext>
            </a:extLst>
          </p:cNvPr>
          <p:cNvSpPr txBox="1"/>
          <p:nvPr/>
        </p:nvSpPr>
        <p:spPr>
          <a:xfrm>
            <a:off x="2217221" y="3091482"/>
            <a:ext cx="592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12</a:t>
            </a:r>
            <a:r>
              <a:rPr lang="ru-RU" sz="1200" dirty="0">
                <a:solidFill>
                  <a:schemeClr val="bg1"/>
                </a:solidFill>
              </a:rPr>
              <a:t>%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C4D7B5D8-ED10-4227-B479-E86972C7A9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3448631"/>
              </p:ext>
            </p:extLst>
          </p:nvPr>
        </p:nvGraphicFramePr>
        <p:xfrm>
          <a:off x="715619" y="1192696"/>
          <a:ext cx="7447720" cy="4838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80462DA5-B7BB-7F9D-01F1-88C164B35AF4}"/>
              </a:ext>
            </a:extLst>
          </p:cNvPr>
          <p:cNvSpPr/>
          <p:nvPr/>
        </p:nvSpPr>
        <p:spPr>
          <a:xfrm>
            <a:off x="8322365" y="5064142"/>
            <a:ext cx="3339035" cy="967410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 rtl="0">
              <a:defRPr lang="ru-RU"/>
            </a:defPPr>
            <a:lvl1pPr marL="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solidFill>
                  <a:schemeClr val="accent6">
                    <a:lumMod val="75000"/>
                  </a:schemeClr>
                </a:solidFill>
              </a:rPr>
              <a:t>Новые когорты покупают больше игровых предметов и приносят больше выручки, чем давно играющие игроки.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3514EC-9F06-B697-DE43-03A9FA9DC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5815" y="4710684"/>
            <a:ext cx="371367" cy="30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296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2B5A01-1D9E-4997-8A2A-418B12138795}"/>
              </a:ext>
            </a:extLst>
          </p:cNvPr>
          <p:cNvSpPr txBox="1"/>
          <p:nvPr/>
        </p:nvSpPr>
        <p:spPr>
          <a:xfrm>
            <a:off x="4784036" y="422797"/>
            <a:ext cx="69971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b="1" dirty="0"/>
              <a:t>Анализ альтернативной стратегии привлечения клиентов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D82439-C307-4664-A9A0-A1D31F329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2852" cy="6228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99B931-4781-4E77-83A7-801249030682}"/>
              </a:ext>
            </a:extLst>
          </p:cNvPr>
          <p:cNvSpPr txBox="1"/>
          <p:nvPr/>
        </p:nvSpPr>
        <p:spPr>
          <a:xfrm>
            <a:off x="2217221" y="3091482"/>
            <a:ext cx="592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12</a:t>
            </a:r>
            <a:r>
              <a:rPr lang="ru-RU" sz="1200" dirty="0">
                <a:solidFill>
                  <a:schemeClr val="bg1"/>
                </a:solidFill>
              </a:rPr>
              <a:t>%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091EF72-67EB-4C4B-9779-AC4B5EA84086}"/>
              </a:ext>
            </a:extLst>
          </p:cNvPr>
          <p:cNvSpPr/>
          <p:nvPr/>
        </p:nvSpPr>
        <p:spPr>
          <a:xfrm>
            <a:off x="622852" y="1474273"/>
            <a:ext cx="6747622" cy="100060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 dirty="0">
                <a:solidFill>
                  <a:schemeClr val="tx1"/>
                </a:solidFill>
              </a:rPr>
              <a:t>Проверяем гипотезу:</a:t>
            </a:r>
            <a:r>
              <a:rPr lang="ru-RU" sz="1400" dirty="0">
                <a:solidFill>
                  <a:schemeClr val="tx1"/>
                </a:solidFill>
              </a:rPr>
              <a:t> в ноябре и декабре 2022 года из-за более дорогой и таргетированной рекламы мы приобрели более «лояльных» игроков, которые больше времени посвящают нашей игре.</a:t>
            </a:r>
          </a:p>
        </p:txBody>
      </p:sp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15069F5D-23DA-4833-8783-2EFF8F2265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6094393"/>
              </p:ext>
            </p:extLst>
          </p:nvPr>
        </p:nvGraphicFramePr>
        <p:xfrm>
          <a:off x="4781521" y="2640526"/>
          <a:ext cx="6403190" cy="3580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21DA03D9-5A50-898B-18A2-C84626F6FD33}"/>
              </a:ext>
            </a:extLst>
          </p:cNvPr>
          <p:cNvSpPr/>
          <p:nvPr/>
        </p:nvSpPr>
        <p:spPr>
          <a:xfrm>
            <a:off x="622852" y="4863548"/>
            <a:ext cx="2832355" cy="1356481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 rtl="0">
              <a:defRPr lang="ru-RU"/>
            </a:defPPr>
            <a:lvl1pPr marL="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ru-RU" sz="1400" dirty="0">
                <a:solidFill>
                  <a:schemeClr val="accent6">
                    <a:lumMod val="75000"/>
                  </a:schemeClr>
                </a:solidFill>
              </a:rPr>
              <a:t>Гипотеза подтвердилась, когорта ноября – декабря 2022 года проводит в игре в среднем на полчаса за сессию больше..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85DB7CA-4341-4C27-DEFC-39AA2EF20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52" y="4445741"/>
            <a:ext cx="360059" cy="337205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900178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D82439-C307-4664-A9A0-A1D31F329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2852" cy="6228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99B931-4781-4E77-83A7-801249030682}"/>
              </a:ext>
            </a:extLst>
          </p:cNvPr>
          <p:cNvSpPr txBox="1"/>
          <p:nvPr/>
        </p:nvSpPr>
        <p:spPr>
          <a:xfrm>
            <a:off x="2217221" y="3091482"/>
            <a:ext cx="592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12</a:t>
            </a:r>
            <a:r>
              <a:rPr lang="ru-RU" sz="1200" dirty="0">
                <a:solidFill>
                  <a:schemeClr val="bg1"/>
                </a:solidFill>
              </a:rPr>
              <a:t>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12DB1E-96F5-4ABB-B5DE-F148BCACA194}"/>
              </a:ext>
            </a:extLst>
          </p:cNvPr>
          <p:cNvSpPr txBox="1"/>
          <p:nvPr/>
        </p:nvSpPr>
        <p:spPr>
          <a:xfrm>
            <a:off x="4784036" y="422797"/>
            <a:ext cx="69971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 b="1" dirty="0"/>
              <a:t>K-factor </a:t>
            </a:r>
            <a:r>
              <a:rPr lang="ru-RU" sz="2000" b="1" dirty="0"/>
              <a:t>и прогноз объема когорты 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C6D0EF40-CB10-467D-B26E-625A6AB2DBD3}"/>
              </a:ext>
            </a:extLst>
          </p:cNvPr>
          <p:cNvSpPr/>
          <p:nvPr/>
        </p:nvSpPr>
        <p:spPr>
          <a:xfrm>
            <a:off x="800107" y="1699589"/>
            <a:ext cx="3037375" cy="91984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K-factor</a:t>
            </a:r>
            <a:endParaRPr lang="ru-RU" sz="2000" dirty="0">
              <a:solidFill>
                <a:schemeClr val="tx1"/>
              </a:solidFill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ABA4FDE-40A2-443D-BA9B-CA1FC7C144E8}"/>
              </a:ext>
            </a:extLst>
          </p:cNvPr>
          <p:cNvSpPr/>
          <p:nvPr/>
        </p:nvSpPr>
        <p:spPr>
          <a:xfrm>
            <a:off x="800107" y="2309190"/>
            <a:ext cx="3037375" cy="111981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/>
              <a:t>0,92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A90B47-28CA-4EDB-A924-5058A9A3998D}"/>
              </a:ext>
            </a:extLst>
          </p:cNvPr>
          <p:cNvSpPr txBox="1"/>
          <p:nvPr/>
        </p:nvSpPr>
        <p:spPr>
          <a:xfrm>
            <a:off x="5994426" y="3091482"/>
            <a:ext cx="592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12</a:t>
            </a:r>
            <a:r>
              <a:rPr lang="ru-RU" sz="1200" dirty="0">
                <a:solidFill>
                  <a:schemeClr val="bg1"/>
                </a:solidFill>
              </a:rPr>
              <a:t>%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9CF9649-D57F-4418-B227-14D1D779E6D0}"/>
              </a:ext>
            </a:extLst>
          </p:cNvPr>
          <p:cNvSpPr/>
          <p:nvPr/>
        </p:nvSpPr>
        <p:spPr>
          <a:xfrm>
            <a:off x="4577312" y="1699589"/>
            <a:ext cx="3037375" cy="91984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600" b="1" dirty="0">
                <a:solidFill>
                  <a:schemeClr val="tx1"/>
                </a:solidFill>
              </a:rPr>
              <a:t>Средний размер когорты (факт)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D6EDB1B5-9B50-4C2D-8299-A61F87875CFF}"/>
              </a:ext>
            </a:extLst>
          </p:cNvPr>
          <p:cNvSpPr/>
          <p:nvPr/>
        </p:nvSpPr>
        <p:spPr>
          <a:xfrm>
            <a:off x="4577312" y="2309190"/>
            <a:ext cx="3037375" cy="111981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/>
              <a:t>342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1C2231-6E0A-427C-A4C9-09ED07409680}"/>
              </a:ext>
            </a:extLst>
          </p:cNvPr>
          <p:cNvSpPr txBox="1"/>
          <p:nvPr/>
        </p:nvSpPr>
        <p:spPr>
          <a:xfrm>
            <a:off x="9670057" y="3091482"/>
            <a:ext cx="592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12</a:t>
            </a:r>
            <a:r>
              <a:rPr lang="ru-RU" sz="1200" dirty="0">
                <a:solidFill>
                  <a:schemeClr val="bg1"/>
                </a:solidFill>
              </a:rPr>
              <a:t>%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488F1C06-C177-4415-B76D-40E3A7996B44}"/>
              </a:ext>
            </a:extLst>
          </p:cNvPr>
          <p:cNvSpPr/>
          <p:nvPr/>
        </p:nvSpPr>
        <p:spPr>
          <a:xfrm>
            <a:off x="8252943" y="1699589"/>
            <a:ext cx="3037375" cy="91984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600" b="1" dirty="0">
                <a:solidFill>
                  <a:schemeClr val="tx1"/>
                </a:solidFill>
              </a:rPr>
              <a:t>Средний размер когорты (прогноз)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BF463100-D92B-4383-86F7-9F6284AB3FFE}"/>
              </a:ext>
            </a:extLst>
          </p:cNvPr>
          <p:cNvSpPr/>
          <p:nvPr/>
        </p:nvSpPr>
        <p:spPr>
          <a:xfrm>
            <a:off x="8252943" y="2309190"/>
            <a:ext cx="3037375" cy="111981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/>
              <a:t>315</a:t>
            </a:r>
          </a:p>
        </p:txBody>
      </p:sp>
      <p:graphicFrame>
        <p:nvGraphicFramePr>
          <p:cNvPr id="20" name="Диаграмма 19">
            <a:extLst>
              <a:ext uri="{FF2B5EF4-FFF2-40B4-BE49-F238E27FC236}">
                <a16:creationId xmlns:a16="http://schemas.microsoft.com/office/drawing/2014/main" id="{35C91F06-8BC7-456F-85BB-DAA0E1B7CF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7212433"/>
              </p:ext>
            </p:extLst>
          </p:nvPr>
        </p:nvGraphicFramePr>
        <p:xfrm>
          <a:off x="800107" y="369200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DBF6F103-BB4E-4C25-8227-EA495EFE0166}"/>
              </a:ext>
            </a:extLst>
          </p:cNvPr>
          <p:cNvSpPr/>
          <p:nvPr/>
        </p:nvSpPr>
        <p:spPr>
          <a:xfrm>
            <a:off x="7951283" y="4425750"/>
            <a:ext cx="3339035" cy="1649848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 rtl="0">
              <a:defRPr lang="ru-RU"/>
            </a:defPPr>
            <a:lvl1pPr marL="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lang="ru-RU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solidFill>
                  <a:schemeClr val="tx1"/>
                </a:solidFill>
              </a:rPr>
              <a:t>Игра имеет достаточно высокий показатель вирального роста, но пока что его недостаточно для сохранения и увеличения количества пользователей без использования дополнительных инструментов привлечения.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DA36DF-159C-5598-575C-D38747BF1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1027" y="4049438"/>
            <a:ext cx="389291" cy="32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833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2B5A01-1D9E-4997-8A2A-418B12138795}"/>
              </a:ext>
            </a:extLst>
          </p:cNvPr>
          <p:cNvSpPr txBox="1"/>
          <p:nvPr/>
        </p:nvSpPr>
        <p:spPr>
          <a:xfrm>
            <a:off x="3987384" y="422797"/>
            <a:ext cx="7793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b="1" dirty="0"/>
              <a:t>Динамика количества лояльных уникальных пользователей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D82439-C307-4664-A9A0-A1D31F329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2852" cy="6228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99B931-4781-4E77-83A7-801249030682}"/>
              </a:ext>
            </a:extLst>
          </p:cNvPr>
          <p:cNvSpPr txBox="1"/>
          <p:nvPr/>
        </p:nvSpPr>
        <p:spPr>
          <a:xfrm>
            <a:off x="2217221" y="3091482"/>
            <a:ext cx="592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12</a:t>
            </a:r>
            <a:r>
              <a:rPr lang="ru-RU" sz="1200" dirty="0">
                <a:solidFill>
                  <a:schemeClr val="bg1"/>
                </a:solidFill>
              </a:rPr>
              <a:t>%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5122F87A-95FA-4D9F-A4AE-154F0CC6BFD0}"/>
              </a:ext>
            </a:extLst>
          </p:cNvPr>
          <p:cNvSpPr/>
          <p:nvPr/>
        </p:nvSpPr>
        <p:spPr>
          <a:xfrm>
            <a:off x="820083" y="1534097"/>
            <a:ext cx="4472178" cy="118504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400" b="1" dirty="0">
                <a:solidFill>
                  <a:schemeClr val="tx1"/>
                </a:solidFill>
              </a:rPr>
              <a:t>Лояльный пользователь </a:t>
            </a:r>
            <a:r>
              <a:rPr lang="ru-RU" sz="1400" i="1" dirty="0">
                <a:solidFill>
                  <a:schemeClr val="tx1"/>
                </a:solidFill>
              </a:rPr>
              <a:t>- </a:t>
            </a:r>
            <a:r>
              <a:rPr lang="ru-RU" sz="1400" dirty="0">
                <a:solidFill>
                  <a:schemeClr val="tx1"/>
                </a:solidFill>
              </a:rPr>
              <a:t>пригласил как </a:t>
            </a: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минимум троих друзей</a:t>
            </a:r>
            <a:r>
              <a:rPr lang="ru-RU" sz="1400" dirty="0">
                <a:solidFill>
                  <a:schemeClr val="tx1"/>
                </a:solidFill>
              </a:rPr>
              <a:t>, из которых как </a:t>
            </a: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минимум один в результате зарегистрировался </a:t>
            </a:r>
            <a:r>
              <a:rPr lang="ru-RU" sz="1400" dirty="0">
                <a:solidFill>
                  <a:schemeClr val="tx1"/>
                </a:solidFill>
              </a:rPr>
              <a:t>в нашей игре.</a:t>
            </a:r>
            <a:endParaRPr lang="ru-RU" sz="1400" b="1" dirty="0">
              <a:solidFill>
                <a:schemeClr val="tx1"/>
              </a:solidFill>
            </a:endParaRPr>
          </a:p>
        </p:txBody>
      </p:sp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D47AFF2B-B51C-449D-86DD-3A593C5EAA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8561988"/>
              </p:ext>
            </p:extLst>
          </p:nvPr>
        </p:nvGraphicFramePr>
        <p:xfrm>
          <a:off x="521014" y="3291537"/>
          <a:ext cx="504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5E998F3-0534-4EF9-A808-A57555952610}"/>
              </a:ext>
            </a:extLst>
          </p:cNvPr>
          <p:cNvSpPr/>
          <p:nvPr/>
        </p:nvSpPr>
        <p:spPr>
          <a:xfrm>
            <a:off x="6899739" y="1534097"/>
            <a:ext cx="4472178" cy="118504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400" b="1" dirty="0">
                <a:solidFill>
                  <a:schemeClr val="tx1"/>
                </a:solidFill>
              </a:rPr>
              <a:t>Лояльный пользователь </a:t>
            </a:r>
            <a:r>
              <a:rPr lang="ru-RU" sz="1400" i="1" dirty="0">
                <a:solidFill>
                  <a:schemeClr val="tx1"/>
                </a:solidFill>
              </a:rPr>
              <a:t>- </a:t>
            </a:r>
            <a:r>
              <a:rPr lang="ru-RU" sz="1400" dirty="0">
                <a:solidFill>
                  <a:srgbClr val="C00000"/>
                </a:solidFill>
              </a:rPr>
              <a:t>оплатил суммарно больше 1000 рублей </a:t>
            </a:r>
            <a:r>
              <a:rPr lang="ru-RU" sz="1400" dirty="0">
                <a:solidFill>
                  <a:schemeClr val="tx1"/>
                </a:solidFill>
              </a:rPr>
              <a:t>за всё время</a:t>
            </a:r>
            <a:endParaRPr lang="ru-RU" sz="1400" b="1" dirty="0">
              <a:solidFill>
                <a:schemeClr val="tx1"/>
              </a:solidFill>
            </a:endParaRPr>
          </a:p>
        </p:txBody>
      </p:sp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id="{4C6C6DAE-9EC2-457D-90B6-67419238DB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7851240"/>
              </p:ext>
            </p:extLst>
          </p:nvPr>
        </p:nvGraphicFramePr>
        <p:xfrm>
          <a:off x="6615828" y="3091482"/>
          <a:ext cx="504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581569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2B5A01-1D9E-4997-8A2A-418B12138795}"/>
              </a:ext>
            </a:extLst>
          </p:cNvPr>
          <p:cNvSpPr txBox="1"/>
          <p:nvPr/>
        </p:nvSpPr>
        <p:spPr>
          <a:xfrm>
            <a:off x="3987384" y="422797"/>
            <a:ext cx="7793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b="1" dirty="0"/>
              <a:t>Динамика количества лояльных уникальных пользователей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D82439-C307-4664-A9A0-A1D31F329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2852" cy="6228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99B931-4781-4E77-83A7-801249030682}"/>
              </a:ext>
            </a:extLst>
          </p:cNvPr>
          <p:cNvSpPr txBox="1"/>
          <p:nvPr/>
        </p:nvSpPr>
        <p:spPr>
          <a:xfrm>
            <a:off x="2217221" y="3091482"/>
            <a:ext cx="592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12</a:t>
            </a:r>
            <a:r>
              <a:rPr lang="ru-RU" sz="1200" dirty="0">
                <a:solidFill>
                  <a:schemeClr val="bg1"/>
                </a:solidFill>
              </a:rPr>
              <a:t>%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5122F87A-95FA-4D9F-A4AE-154F0CC6BFD0}"/>
              </a:ext>
            </a:extLst>
          </p:cNvPr>
          <p:cNvSpPr/>
          <p:nvPr/>
        </p:nvSpPr>
        <p:spPr>
          <a:xfrm>
            <a:off x="920823" y="1464356"/>
            <a:ext cx="4352257" cy="118504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400" b="1" dirty="0">
                <a:solidFill>
                  <a:schemeClr val="tx1"/>
                </a:solidFill>
              </a:rPr>
              <a:t>Лояльный пользователь </a:t>
            </a:r>
            <a:r>
              <a:rPr lang="ru-RU" sz="1400" b="1" i="1" dirty="0">
                <a:solidFill>
                  <a:schemeClr val="tx1"/>
                </a:solidFill>
              </a:rPr>
              <a:t>- </a:t>
            </a:r>
            <a:r>
              <a:rPr lang="ru-RU" sz="1400" dirty="0">
                <a:solidFill>
                  <a:schemeClr val="tx1"/>
                </a:solidFill>
              </a:rPr>
              <a:t>пригласил как минимум троих друзей, из которых как минимум один в результате зарегистрировался в нашей игре </a:t>
            </a:r>
            <a:r>
              <a:rPr lang="ru-RU" sz="1400" b="1" dirty="0">
                <a:solidFill>
                  <a:srgbClr val="C00000"/>
                </a:solidFill>
              </a:rPr>
              <a:t>И</a:t>
            </a:r>
            <a:r>
              <a:rPr lang="ru-RU" sz="1400" dirty="0">
                <a:solidFill>
                  <a:schemeClr val="tx1"/>
                </a:solidFill>
              </a:rPr>
              <a:t> оплатил суммарно больше 1000 рублей за всё время</a:t>
            </a:r>
            <a:endParaRPr lang="ru-RU" sz="1400" b="1" dirty="0">
              <a:solidFill>
                <a:schemeClr val="tx1"/>
              </a:solidFill>
            </a:endParaRPr>
          </a:p>
        </p:txBody>
      </p:sp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EB1FAC9B-480C-48A7-8E12-543BA2BD1D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2538280"/>
              </p:ext>
            </p:extLst>
          </p:nvPr>
        </p:nvGraphicFramePr>
        <p:xfrm>
          <a:off x="576951" y="3079536"/>
          <a:ext cx="504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F416224-8387-4DEF-8052-7D2E79EC5E56}"/>
              </a:ext>
            </a:extLst>
          </p:cNvPr>
          <p:cNvSpPr/>
          <p:nvPr/>
        </p:nvSpPr>
        <p:spPr>
          <a:xfrm>
            <a:off x="6918922" y="1464355"/>
            <a:ext cx="4352257" cy="118504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400" b="1" dirty="0">
                <a:solidFill>
                  <a:schemeClr val="tx1"/>
                </a:solidFill>
              </a:rPr>
              <a:t>Лояльный пользователь </a:t>
            </a:r>
            <a:r>
              <a:rPr lang="ru-RU" sz="1400" b="1" i="1" dirty="0">
                <a:solidFill>
                  <a:schemeClr val="tx1"/>
                </a:solidFill>
              </a:rPr>
              <a:t>- </a:t>
            </a:r>
            <a:r>
              <a:rPr lang="ru-RU" sz="1400" dirty="0">
                <a:solidFill>
                  <a:schemeClr val="tx1"/>
                </a:solidFill>
              </a:rPr>
              <a:t>пригласил как минимум троих друзей, из которых как минимум один в результате зарегистрировался в нашей игре </a:t>
            </a:r>
            <a:r>
              <a:rPr lang="ru-RU" sz="1400" b="1" dirty="0">
                <a:solidFill>
                  <a:srgbClr val="C00000"/>
                </a:solidFill>
              </a:rPr>
              <a:t>ИЛИ</a:t>
            </a:r>
            <a:endParaRPr lang="ru-RU" sz="1400" b="1" i="1" dirty="0">
              <a:solidFill>
                <a:srgbClr val="C00000"/>
              </a:solidFill>
            </a:endParaRPr>
          </a:p>
          <a:p>
            <a:pPr algn="just"/>
            <a:r>
              <a:rPr lang="ru-RU" sz="1400" dirty="0">
                <a:solidFill>
                  <a:schemeClr val="tx1"/>
                </a:solidFill>
              </a:rPr>
              <a:t>оплатил суммарно больше 1000 рублей за всё время</a:t>
            </a:r>
            <a:endParaRPr lang="ru-RU" sz="1400" b="1" dirty="0">
              <a:solidFill>
                <a:schemeClr val="tx1"/>
              </a:solidFill>
            </a:endParaRPr>
          </a:p>
        </p:txBody>
      </p:sp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EB1FAC9B-480C-48A7-8E12-543BA2BD1D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844644"/>
              </p:ext>
            </p:extLst>
          </p:nvPr>
        </p:nvGraphicFramePr>
        <p:xfrm>
          <a:off x="6575049" y="3008333"/>
          <a:ext cx="504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30208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3213716" cy="272770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Times new Roman"/>
        <a:ea typeface="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9_TF78438558_Win32" id="{20174D6F-D900-4129-ACAC-D46CF5FD4DB7}" vid="{268851D2-D7B5-4873-88EC-188753A90A6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{EFBF1C79-A350-4D27-89CB-617BA0551C1E}TF8a9b5915-b8c7-461e-8cdd-693d48b5e323138ae9a7_win32-fecfc327da1f</Template>
  <TotalTime>1043</TotalTime>
  <Words>730</Words>
  <Application>Microsoft Office PowerPoint</Application>
  <PresentationFormat>Широкоэкранный</PresentationFormat>
  <Paragraphs>137</Paragraphs>
  <Slides>17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Arial Black</vt:lpstr>
      <vt:lpstr>Calibri</vt:lpstr>
      <vt:lpstr>Times new Roman</vt:lpstr>
      <vt:lpstr>Пользовательская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 SQL</dc:title>
  <dc:subject/>
  <dc:creator>Анна Дунина</dc:creator>
  <cp:lastModifiedBy>Анна Дунина</cp:lastModifiedBy>
  <cp:revision>44</cp:revision>
  <dcterms:created xsi:type="dcterms:W3CDTF">2025-11-27T16:44:58Z</dcterms:created>
  <dcterms:modified xsi:type="dcterms:W3CDTF">2026-05-31T09:20:28Z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